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76552" autoAdjust="0"/>
  </p:normalViewPr>
  <p:slideViewPr>
    <p:cSldViewPr snapToGrid="0" snapToObjects="1">
      <p:cViewPr varScale="1">
        <p:scale>
          <a:sx n="69" d="100"/>
          <a:sy n="69" d="100"/>
        </p:scale>
        <p:origin x="998"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3092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Artem (30 sec)
Goedemorgen allemaal. Wij zijn Artem, Ivan, Lucas en Deny. Vandaag laten wij onze website zien: de website van AnnexBios in Bilthoven. De website staat al online, u ziet het adres hier.
Op de website kun je zien welke films er draaien. En je kunt een stoel reserveren.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Artem (40 sec)
Onze klant is Annex Bios. Dat is een bioscoop uit Utrecht. Annex Bios koopt kleine bioscopen in de regio. Wij maken de website voor de vestiging in Bilthoven.
We hadden drie weken, dus drie sprints van één week.
Het doel: de bezoeker ziet welke films er draaien, en kan snel een stoel reserveren. De meeste bezoekers gebruiken hun telefoon. De medewerker van Bilthoven beheert de reserveringen.
Nu geef ik het woord aan Lucas.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Lucas (30 sec)
Hier ziet u wie wat gedaan heeft.
Artem heeft de basis gemaakt, de pagina om stoelen te kiezen en de koppeling met de API. Hij doet ook de merges in Git.
Ivan heeft de database, het reserveren en het beheerscherm gemaakt.
Ik heb de header, de footer, de filmagenda en de detailpagina gemaakt.
En Deny heeft de homepage en het design gemaakt, met Tailwind.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Lucas (35 sec)
We werkten met Scrum: drie sprints van één week. Na elke sprint deden we een review en een retro.
Onze code staat op GitHub. Iedereen werkt aan zijn eigen deel, en Artem voegt alles samen. Dat heet mergen.
Het ontwerp hebben we eerst in Figma gemaakt. De website is gemaakt met PHP en een MySQL-database. Voor de opmaak gebruiken we Tailwind CSS. De films komen uit de API van het hoofdkantoor.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Lucas (40 sec)
Onze website heeft vijf pagina's. Samen vormen ze één route.
Op de homepage zie je de films die nu draaien. Op de filmagenda zie je alle films. Klik je op een film, dan kom je op de detailpagina met de tijden. Kies je een tijd, dan kies je je stoel. En op de laatste pagina zie je de bevestiging.
Elke pagina heeft dezelfde header en footer, want we gebruiken includes.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Lucas (45 sec)
Links ziet u de filmagenda. Die heb ik gemaakt. Hier staan alle films, op dit moment negentien. Je ziet de poster, het cijfer en een korte tekst. Alle films komen live uit de API van het hoofdkantoor.
Rechts ziet u de detailpagina, hier van Dune. Je ziet de beschrijving, de datum en het cijfer. Onder 'Voorstellingen' staan alle tijden als knoppen. Klik je op een tijd, dan ga je naar de pagina om stoelen te kiezen.
Nu geef ik het woord aan Deny.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Deny (40 sec)
Dit is de homepage. Ik heb hem ontworpen.
Bovenaan staat een grote afbeelding met de tekst 'Welkom bij AnnexBios Bilthoven'. De medewerker kan deze afbeelding zelf veranderen in het beheerscherm.
Met de knop ga je direct naar de filmagenda.
Daaronder staat een slider: 'Nu draaiend'. Met de pijltjes schuif je naar links of naar rechts.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Deny (35 sec)
Het design is donker, zoals in een bioscoop.
De kleur paars komt uit het logo van AnnexBios. We gebruiken twee tinten paars, voor knoppen en accenten. De header en de footer zijn bijna zwart.
Op de achtergrond ziet u filmrollen en lichtjes. Dat geeft de sfeer van een bioscoop.
Nu geef ik het woord aan Artem.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Lucas (45 sec)
Dit is het belangrijkste deel: een stoel reserveren. Dit is een echte schermafbeelding van onze site.
In de zaal zijn vijf rijen, van A tot E, met acht stoelen per rij. Dat zijn veertig stoelen per voorstelling.
Een paarse stoel is vrij. Klik je erop, dan wordt hij wit: dat is jouw keuze. Hier heb ik D3 en D4 gekozen.
C4 en C5 zijn grijs: die zijn al geboekt.
Nu vertelt Lucas wat er daarna gebeurt.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Lucas (45 sec)
Na 'Bevestigen' komt deze pagina: 'Bedankt, Test Artem! Je hebt geboekt: C4, C5.' Dit is een echte test-boeking op onze live site.
Wat gebeurt er op de achtergrond? Eerst controleert de site alles: is de stoel echt A1 tot en met E8, is het e-mailadres geldig, en bestaat de voorstelling.
Dan slaat de site de stoel op in de database.
De database heeft een regel: één stoel kan maar één keer per voorstelling geboekt worden. Zo kunnen twee mensen nooit dezelfde stoel boeken.
Nu vertelt Artem over de API.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Artem (45 sec)
De films maken we niet zelf. Ze komen uit de API van het hoofdkantoor. Zo zien alle vestigingen dezelfde films.
In api.php haal ik de films op, met een token. We krijgen de titel, de poster, de beschrijving en het cijfer.
Probleem: </a:t>
            </a:r>
            <a:r>
              <a:rPr lang="en-US" dirty="0" err="1"/>
              <a:t>ik</a:t>
            </a:r>
            <a:r>
              <a:rPr lang="en-US" dirty="0"/>
              <a:t> </a:t>
            </a:r>
            <a:r>
              <a:rPr lang="en-US" dirty="0" err="1"/>
              <a:t>heb</a:t>
            </a:r>
            <a:r>
              <a:rPr lang="en-US" dirty="0"/>
              <a:t> </a:t>
            </a:r>
            <a:r>
              <a:rPr lang="en-US" dirty="0" err="1"/>
              <a:t>geen</a:t>
            </a:r>
            <a:r>
              <a:rPr lang="en-US" dirty="0"/>
              <a:t> voorstellingen. Mijn oplossing: elke film draait vijf dagen, om twee uur, half zes en half negen.
Het nummer van een voorstelling bestaat uit de film, de datum en de tijd. Bijvoorbeeld 5510022: film 55, 2 oktober, 20:30.
Nu geef ik het woord aan Deny.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Artem (30 sec)
Dit is de API debug-pagina. Die zit in het beheerscherm, dus alleen de admin kan hem zien.
Je typt een pad, bijvoorbeeld /movies, en je ziet het echte antwoord van de API: status 200 en alle gegevens.
Het token laten we niet zien op de pagina.
Nu geef ik het woord aan Ivan.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Ivan (45 sec)
Ik heb de database gemaakt.
Links ziet u ons eerste plan: een ERD met zeven tabellen, bijvoorbeeld voor films, zalen, stoelen en klanten.
Toen kwam de API. De films en de tijden komen nu uit de API. Daarom hebben we de database kleiner gemaakt.
Nu hebben we nog drie tabellen: reservering, site_settings en admin_log.
Nu laat Lucas het beheerscherm zien.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Lucas (15 sec)
Nu laat ik het beheerscherm zien. Dat is het deel voor de medewerker van Bilthoven. Ivan heeft het gemaakt.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Ivan (40 sec)
Links ziet u het inlogscherm. De medewerker logt in met een gebruikersnaam en een wachtwoord. Zonder inloggen kom je niet in het beheerscherm.
Rechts ziet u het admin panel. Hier kan de medewerker de afbeelding van de homepage veranderen. Hij vult een nieuw pad in, klikt op 'Opslaan', en ziet meteen een preview.
Onderaan staan knoppen naar de reserveringen, de API debug en uitloggen.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Ivan (40 sec)
Hier ziet u alle reserveringen. U ziet de test-boeking: stoel C4 en C5, voorstelling 5510022, met naam en e-mail.
Met de knop 'Verwijderen' haalt de medewerker een reservering weg.
Rechts ziet u 'Reservering toevoegen'. De medewerker vult het nummer van de voorstelling en de stoel in. Dat is handig als iemand belt.
Nu vertelt Ivan over veiligheid.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Ivan (45 sec)
Veiligheid is belangrijk voor de klant. Daarom doen we vier dingen.
Eén: prepared statements. Zo kan niemand via een formulier de database aanpassen.
Twee: alle tekst op de pagina gaat door htmlspecialchars. Zo kan niemand code op onze pagina zetten.
Drie: we controleren de input. Alleen stoel A1 tot E8, en een echt e-mailadres.
Vier: het wachtwoord van de database en het token van de API staan niet op GitHub.
Nu laat Lucas de website live zien.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Lucas (ongeveer 2 minuten, live in de browser)
Nu laat ik de website live zien.
1. Dit is de homepage. Hier ziet u de films die nu draaien.
2. Ik klik op een film. Nu ben ik op de detailpagina. Hier staan de tijden.
3. Ik kies een tijd. Nu zie ik de zaal. De grijze stoelen zijn al bezet.
4. Ik kies twee stoelen en vul mijn naam en e-mail in. Ik klik op bevestigen.
5. Hier staat de bevestiging, met mijn stoelen.
6. Nu log ik in als medewerker. Hier ziet u mijn reservering in de lijst.
Tip: zet de pagina's al open voor de presentatie. Werkt het internet niet? Gebruik dan de screenshots uit deze presentatie.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Lucas (45 sec)
Nu vertel ik wat we geleerd hebben.
Wat ging goed? De koppeling met de API werkt. Reserveren met stoelen werkt. En de website staat online.
Wat kan beter? We werkten vaak direct op main, en niet op feature-branches. Daardoor hadden we veel merge-conflicten. Ook deden we veel werk op één dag. En onze commit-berichten waren soms niet duidelijk.
De volgende stap: een reservering wijzigen in het beheerscherm, de tijden uit de API halen, en wachtwoorden altijd veilig opslaan.
Artem sluit af.</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SPREKER: Artem (30 sec + vragen)
Dat was onze presentatie. Bedankt voor het luisteren!
Heeft u nog vragen?
Handige zinnen bij vragen:
- "Goede vraag. Ivan weet daar meer van."
- "Dat weet ik niet precies. Ik zoek het uit."
- "Kunt u de vraag nog een keer stellen?"
- "Dat staat op onze lijst voor de volgende sprint.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016"/>
        </a:solidFill>
        <a:effectLst/>
      </p:bgPr>
    </p:bg>
    <p:spTree>
      <p:nvGrpSpPr>
        <p:cNvPr id="1" name=""/>
        <p:cNvGrpSpPr/>
        <p:nvPr/>
      </p:nvGrpSpPr>
      <p:grpSpPr>
        <a:xfrm>
          <a:off x="0" y="0"/>
          <a:ext cx="0" cy="0"/>
          <a:chOff x="0" y="0"/>
          <a:chExt cx="0" cy="0"/>
        </a:xfrm>
      </p:grpSpPr>
      <p:pic>
        <p:nvPicPr>
          <p:cNvPr id="2" name="Image 0" descr="a/bg-home.jpg"/>
          <p:cNvPicPr>
            <a:picLocks noChangeAspect="1"/>
          </p:cNvPicPr>
          <p:nvPr/>
        </p:nvPicPr>
        <p:blipFill>
          <a:blip r:embed="rId3"/>
          <a:stretch>
            <a:fillRect/>
          </a:stretch>
        </p:blipFill>
        <p:spPr>
          <a:xfrm>
            <a:off x="0" y="0"/>
            <a:ext cx="12191695" cy="6858000"/>
          </a:xfrm>
          <a:prstGeom prst="rect">
            <a:avLst/>
          </a:prstGeom>
        </p:spPr>
      </p:pic>
      <p:pic>
        <p:nvPicPr>
          <p:cNvPr id="3" name="Image 1" descr="a/scrim-cover.png"/>
          <p:cNvPicPr>
            <a:picLocks noChangeAspect="1"/>
          </p:cNvPicPr>
          <p:nvPr/>
        </p:nvPicPr>
        <p:blipFill>
          <a:blip r:embed="rId4"/>
          <a:stretch>
            <a:fillRect/>
          </a:stretch>
        </p:blipFill>
        <p:spPr>
          <a:xfrm>
            <a:off x="0" y="0"/>
            <a:ext cx="12191695" cy="6858000"/>
          </a:xfrm>
          <a:prstGeom prst="rect">
            <a:avLst/>
          </a:prstGeom>
        </p:spPr>
      </p:pic>
      <p:pic>
        <p:nvPicPr>
          <p:cNvPr id="4" name="a01f_0" descr="a/logo-light.png"/>
          <p:cNvPicPr>
            <a:picLocks noChangeAspect="1"/>
          </p:cNvPicPr>
          <p:nvPr/>
        </p:nvPicPr>
        <p:blipFill>
          <a:blip r:embed="rId5"/>
          <a:stretch>
            <a:fillRect/>
          </a:stretch>
        </p:blipFill>
        <p:spPr>
          <a:xfrm>
            <a:off x="685800" y="914400"/>
            <a:ext cx="3291840" cy="913434"/>
          </a:xfrm>
          <a:prstGeom prst="rect">
            <a:avLst/>
          </a:prstGeom>
        </p:spPr>
      </p:pic>
      <p:sp>
        <p:nvSpPr>
          <p:cNvPr id="5" name="a02u_1"/>
          <p:cNvSpPr txBox="1"/>
          <p:nvPr/>
        </p:nvSpPr>
        <p:spPr>
          <a:xfrm>
            <a:off x="685800" y="1965960"/>
            <a:ext cx="9144000" cy="1737360"/>
          </a:xfrm>
          <a:prstGeom prst="rect">
            <a:avLst/>
          </a:prstGeom>
          <a:noFill/>
          <a:ln/>
        </p:spPr>
        <p:txBody>
          <a:bodyPr wrap="square" lIns="0" tIns="0" rIns="0" bIns="0" rtlCol="0" anchor="t"/>
          <a:lstStyle/>
          <a:p>
            <a:pPr marL="0" indent="0">
              <a:buNone/>
            </a:pPr>
            <a:r>
              <a:rPr lang="en-US" sz="5000" b="1" dirty="0">
                <a:solidFill>
                  <a:srgbClr val="F4EEF2"/>
                </a:solidFill>
                <a:latin typeface="Bahnschrift SemiCondensed" pitchFamily="34" charset="0"/>
                <a:ea typeface="Bahnschrift SemiCondensed" pitchFamily="34" charset="-122"/>
                <a:cs typeface="Bahnschrift SemiCondensed" pitchFamily="34" charset="-120"/>
              </a:rPr>
              <a:t>FILMS KIJKEN EN</a:t>
            </a:r>
            <a:endParaRPr lang="en-US" sz="5000" dirty="0"/>
          </a:p>
          <a:p>
            <a:pPr marL="0" indent="0">
              <a:buNone/>
            </a:pPr>
            <a:r>
              <a:rPr lang="en-US" sz="5000" b="1" dirty="0">
                <a:solidFill>
                  <a:srgbClr val="F4EEF2"/>
                </a:solidFill>
                <a:latin typeface="Bahnschrift SemiCondensed" pitchFamily="34" charset="0"/>
                <a:ea typeface="Bahnschrift SemiCondensed" pitchFamily="34" charset="-122"/>
                <a:cs typeface="Bahnschrift SemiCondensed" pitchFamily="34" charset="-120"/>
              </a:rPr>
              <a:t>STOELEN RESERVEREN</a:t>
            </a:r>
            <a:endParaRPr lang="en-US" sz="5000" dirty="0"/>
          </a:p>
        </p:txBody>
      </p:sp>
      <p:sp>
        <p:nvSpPr>
          <p:cNvPr id="6" name="a03u_2"/>
          <p:cNvSpPr txBox="1"/>
          <p:nvPr/>
        </p:nvSpPr>
        <p:spPr>
          <a:xfrm>
            <a:off x="685800" y="3886200"/>
            <a:ext cx="5486400" cy="731520"/>
          </a:xfrm>
          <a:prstGeom prst="rect">
            <a:avLst/>
          </a:prstGeom>
          <a:noFill/>
          <a:ln/>
        </p:spPr>
        <p:txBody>
          <a:bodyPr wrap="square" lIns="0" tIns="0" rIns="0" bIns="0" rtlCol="0" anchor="ctr"/>
          <a:lstStyle/>
          <a:p>
            <a:pPr marL="0" indent="0">
              <a:buNone/>
            </a:pPr>
            <a:r>
              <a:rPr lang="en-US" sz="1800" dirty="0">
                <a:solidFill>
                  <a:srgbClr val="BBA9B6"/>
                </a:solidFill>
                <a:latin typeface="Calibri" pitchFamily="34" charset="0"/>
                <a:ea typeface="Calibri" pitchFamily="34" charset="-122"/>
                <a:cs typeface="Calibri" pitchFamily="34" charset="-120"/>
              </a:rPr>
              <a:t>Sprint review · Module 5.1</a:t>
            </a:r>
            <a:endParaRPr lang="en-US" sz="1800" dirty="0"/>
          </a:p>
          <a:p>
            <a:pPr marL="0" indent="0">
              <a:buNone/>
            </a:pPr>
            <a:r>
              <a:rPr lang="en-US" sz="1800" dirty="0">
                <a:solidFill>
                  <a:srgbClr val="BBA9B6"/>
                </a:solidFill>
                <a:latin typeface="Calibri" pitchFamily="34" charset="0"/>
                <a:ea typeface="Calibri" pitchFamily="34" charset="-122"/>
                <a:cs typeface="Calibri" pitchFamily="34" charset="-120"/>
              </a:rPr>
              <a:t>Artem, Ivan, Lucas en Deny</a:t>
            </a:r>
            <a:endParaRPr lang="en-US" sz="1800" dirty="0"/>
          </a:p>
        </p:txBody>
      </p:sp>
      <p:sp>
        <p:nvSpPr>
          <p:cNvPr id="7" name="a04z_3"/>
          <p:cNvSpPr/>
          <p:nvPr/>
        </p:nvSpPr>
        <p:spPr>
          <a:xfrm>
            <a:off x="685800" y="5029200"/>
            <a:ext cx="4206240" cy="457200"/>
          </a:xfrm>
          <a:prstGeom prst="roundRect">
            <a:avLst>
              <a:gd name="adj" fmla="val 50000"/>
            </a:avLst>
          </a:prstGeom>
          <a:solidFill>
            <a:srgbClr val="67294C"/>
          </a:solidFill>
          <a:ln w="12700">
            <a:solidFill>
              <a:srgbClr val="67294C"/>
            </a:solidFill>
            <a:prstDash val="solid"/>
          </a:ln>
        </p:spPr>
        <p:txBody>
          <a:bodyPr/>
          <a:lstStyle/>
          <a:p>
            <a:endParaRPr lang="en-NL"/>
          </a:p>
        </p:txBody>
      </p:sp>
      <p:sp>
        <p:nvSpPr>
          <p:cNvPr id="8" name="a04z_4"/>
          <p:cNvSpPr txBox="1"/>
          <p:nvPr/>
        </p:nvSpPr>
        <p:spPr>
          <a:xfrm>
            <a:off x="685800" y="5029200"/>
            <a:ext cx="4206240" cy="457200"/>
          </a:xfrm>
          <a:prstGeom prst="rect">
            <a:avLst/>
          </a:prstGeom>
          <a:noFill/>
          <a:ln/>
        </p:spPr>
        <p:txBody>
          <a:bodyPr wrap="square" lIns="0" tIns="0" rIns="0" bIns="0" rtlCol="0" anchor="ctr"/>
          <a:lstStyle/>
          <a:p>
            <a:pPr marL="0" indent="0" algn="ctr">
              <a:buNone/>
            </a:pPr>
            <a:r>
              <a:rPr lang="en-US" sz="1400" b="1" dirty="0">
                <a:solidFill>
                  <a:srgbClr val="F4EEF2"/>
                </a:solidFill>
                <a:latin typeface="Calibri" pitchFamily="34" charset="0"/>
                <a:ea typeface="Calibri" pitchFamily="34" charset="-122"/>
                <a:cs typeface="Calibri" pitchFamily="34" charset="-120"/>
              </a:rPr>
              <a:t>Live: u250444.gluwebsite.nl/AnnexBios</a:t>
            </a:r>
            <a:endParaRPr lang="en-US" sz="14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childTnLst>
                          </p:cTn>
                        </p:par>
                        <p:par>
                          <p:cTn id="8" fill="hold">
                            <p:stCondLst>
                              <p:cond delay="85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600"/>
                                        <p:tgtEl>
                                          <p:spTgt spid="5"/>
                                        </p:tgtEl>
                                      </p:cBhvr>
                                    </p:animEffect>
                                    <p:anim calcmode="lin" valueType="num">
                                      <p:cBhvr additive="base">
                                        <p:cTn id="12" dur="600" fill="hold"/>
                                        <p:tgtEl>
                                          <p:spTgt spid="5"/>
                                        </p:tgtEl>
                                        <p:attrNameLst>
                                          <p:attrName>ppt_x</p:attrName>
                                        </p:attrNameLst>
                                      </p:cBhvr>
                                      <p:tavLst>
                                        <p:tav tm="0">
                                          <p:val>
                                            <p:strVal val="#ppt_x"/>
                                          </p:val>
                                        </p:tav>
                                        <p:tav tm="100000">
                                          <p:val>
                                            <p:strVal val="#ppt_x"/>
                                          </p:val>
                                        </p:tav>
                                      </p:tavLst>
                                    </p:anim>
                                    <p:anim calcmode="lin" valueType="num">
                                      <p:cBhvr additive="base">
                                        <p:cTn id="13" dur="600" fill="hold"/>
                                        <p:tgtEl>
                                          <p:spTgt spid="5"/>
                                        </p:tgtEl>
                                        <p:attrNameLst>
                                          <p:attrName>ppt_y</p:attrName>
                                        </p:attrNameLst>
                                      </p:cBhvr>
                                      <p:tavLst>
                                        <p:tav tm="0">
                                          <p:val>
                                            <p:strVal val="#ppt_y+.1"/>
                                          </p:val>
                                        </p:tav>
                                        <p:tav tm="100000">
                                          <p:val>
                                            <p:strVal val="#ppt_y"/>
                                          </p:val>
                                        </p:tav>
                                      </p:tavLst>
                                    </p:anim>
                                  </p:childTnLst>
                                </p:cTn>
                              </p:par>
                            </p:childTnLst>
                          </p:cTn>
                        </p:par>
                        <p:par>
                          <p:cTn id="14" fill="hold">
                            <p:stCondLst>
                              <p:cond delay="1300"/>
                            </p:stCondLst>
                            <p:childTnLst>
                              <p:par>
                                <p:cTn id="15" presetID="42"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fill="hold"/>
                                        <p:tgtEl>
                                          <p:spTgt spid="6"/>
                                        </p:tgtEl>
                                        <p:attrNameLst>
                                          <p:attrName>ppt_x</p:attrName>
                                        </p:attrNameLst>
                                      </p:cBhvr>
                                      <p:tavLst>
                                        <p:tav tm="0">
                                          <p:val>
                                            <p:strVal val="#ppt_x"/>
                                          </p:val>
                                        </p:tav>
                                        <p:tav tm="100000">
                                          <p:val>
                                            <p:strVal val="#ppt_x"/>
                                          </p:val>
                                        </p:tav>
                                      </p:tavLst>
                                    </p:anim>
                                    <p:anim calcmode="lin" valueType="num">
                                      <p:cBhvr additive="base">
                                        <p:cTn id="19" dur="600" fill="hold"/>
                                        <p:tgtEl>
                                          <p:spTgt spid="6"/>
                                        </p:tgtEl>
                                        <p:attrNameLst>
                                          <p:attrName>ppt_y</p:attrName>
                                        </p:attrNameLst>
                                      </p:cBhvr>
                                      <p:tavLst>
                                        <p:tav tm="0">
                                          <p:val>
                                            <p:strVal val="#ppt_y+.1"/>
                                          </p:val>
                                        </p:tav>
                                        <p:tav tm="100000">
                                          <p:val>
                                            <p:strVal val="#ppt_y"/>
                                          </p:val>
                                        </p:tav>
                                      </p:tavLst>
                                    </p:anim>
                                  </p:childTnLst>
                                </p:cTn>
                              </p:par>
                            </p:childTnLst>
                          </p:cTn>
                        </p:par>
                        <p:par>
                          <p:cTn id="20" fill="hold">
                            <p:stCondLst>
                              <p:cond delay="1750"/>
                            </p:stCondLst>
                            <p:childTnLst>
                              <p:par>
                                <p:cTn id="21" presetID="53" presetClass="entr" presetSubtype="16"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700" fill="hold"/>
                                        <p:tgtEl>
                                          <p:spTgt spid="7"/>
                                        </p:tgtEl>
                                        <p:attrNameLst>
                                          <p:attrName>ppt_w</p:attrName>
                                        </p:attrNameLst>
                                      </p:cBhvr>
                                      <p:tavLst>
                                        <p:tav tm="0">
                                          <p:val>
                                            <p:strVal val="0"/>
                                          </p:val>
                                        </p:tav>
                                        <p:tav tm="100000">
                                          <p:val>
                                            <p:strVal val="#ppt_w"/>
                                          </p:val>
                                        </p:tav>
                                      </p:tavLst>
                                    </p:anim>
                                    <p:anim calcmode="lin" valueType="num">
                                      <p:cBhvr additive="base">
                                        <p:cTn id="24" dur="700" fill="hold"/>
                                        <p:tgtEl>
                                          <p:spTgt spid="7"/>
                                        </p:tgtEl>
                                        <p:attrNameLst>
                                          <p:attrName>ppt_h</p:attrName>
                                        </p:attrNameLst>
                                      </p:cBhvr>
                                      <p:tavLst>
                                        <p:tav tm="0">
                                          <p:val>
                                            <p:strVal val="0"/>
                                          </p:val>
                                        </p:tav>
                                        <p:tav tm="100000">
                                          <p:val>
                                            <p:strVal val="#ppt_h"/>
                                          </p:val>
                                        </p:tav>
                                      </p:tavLst>
                                    </p:anim>
                                    <p:animEffect transition="in" filter="fade">
                                      <p:cBhvr>
                                        <p:cTn id="25" dur="700"/>
                                        <p:tgtEl>
                                          <p:spTgt spid="7"/>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700" fill="hold"/>
                                        <p:tgtEl>
                                          <p:spTgt spid="8"/>
                                        </p:tgtEl>
                                        <p:attrNameLst>
                                          <p:attrName>ppt_w</p:attrName>
                                        </p:attrNameLst>
                                      </p:cBhvr>
                                      <p:tavLst>
                                        <p:tav tm="0">
                                          <p:val>
                                            <p:strVal val="0"/>
                                          </p:val>
                                        </p:tav>
                                        <p:tav tm="100000">
                                          <p:val>
                                            <p:strVal val="#ppt_w"/>
                                          </p:val>
                                        </p:tav>
                                      </p:tavLst>
                                    </p:anim>
                                    <p:anim calcmode="lin" valueType="num">
                                      <p:cBhvr additive="base">
                                        <p:cTn id="29" dur="700" fill="hold"/>
                                        <p:tgtEl>
                                          <p:spTgt spid="8"/>
                                        </p:tgtEl>
                                        <p:attrNameLst>
                                          <p:attrName>ppt_h</p:attrName>
                                        </p:attrNameLst>
                                      </p:cBhvr>
                                      <p:tavLst>
                                        <p:tav tm="0">
                                          <p:val>
                                            <p:strVal val="0"/>
                                          </p:val>
                                        </p:tav>
                                        <p:tav tm="100000">
                                          <p:val>
                                            <p:strVal val="#ppt_h"/>
                                          </p:val>
                                        </p:tav>
                                      </p:tavLst>
                                    </p:anim>
                                    <p:animEffect transition="in" filter="fade">
                                      <p:cBhvr>
                                        <p:cTn id="30"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016"/>
        </a:solidFill>
        <a:effectLst/>
      </p:bgPr>
    </p:bg>
    <p:spTree>
      <p:nvGrpSpPr>
        <p:cNvPr id="1" name=""/>
        <p:cNvGrpSpPr/>
        <p:nvPr/>
      </p:nvGrpSpPr>
      <p:grpSpPr>
        <a:xfrm>
          <a:off x="0" y="0"/>
          <a:ext cx="0" cy="0"/>
          <a:chOff x="0" y="0"/>
          <a:chExt cx="0" cy="0"/>
        </a:xfrm>
      </p:grpSpPr>
      <p:sp>
        <p:nvSpPr>
          <p:cNvPr id="2" name="a01u_5"/>
          <p:cNvSpPr txBox="1"/>
          <p:nvPr/>
        </p:nvSpPr>
        <p:spPr>
          <a:xfrm>
            <a:off x="685800" y="457200"/>
            <a:ext cx="10820095" cy="292608"/>
          </a:xfrm>
          <a:prstGeom prst="rect">
            <a:avLst/>
          </a:prstGeom>
          <a:noFill/>
          <a:ln/>
        </p:spPr>
        <p:txBody>
          <a:bodyPr wrap="square" lIns="0" tIns="0" rIns="0" bIns="0" rtlCol="0" anchor="ctr"/>
          <a:lstStyle/>
          <a:p>
            <a:pPr marL="0" indent="0">
              <a:buNone/>
            </a:pPr>
            <a:r>
              <a:rPr lang="en-US" sz="1300" b="1" kern="0" spc="300" dirty="0">
                <a:solidFill>
                  <a:srgbClr val="E59BC3"/>
                </a:solidFill>
                <a:latin typeface="Calibri" pitchFamily="34" charset="0"/>
                <a:ea typeface="Calibri" pitchFamily="34" charset="-122"/>
                <a:cs typeface="Calibri" pitchFamily="34" charset="-120"/>
              </a:rPr>
              <a:t>DE OPDRACHT</a:t>
            </a:r>
            <a:endParaRPr lang="en-US" sz="1300" dirty="0"/>
          </a:p>
        </p:txBody>
      </p:sp>
      <p:sp>
        <p:nvSpPr>
          <p:cNvPr id="3" name="a01u_6"/>
          <p:cNvSpPr txBox="1"/>
          <p:nvPr/>
        </p:nvSpPr>
        <p:spPr>
          <a:xfrm>
            <a:off x="685800" y="749808"/>
            <a:ext cx="10820095" cy="731520"/>
          </a:xfrm>
          <a:prstGeom prst="rect">
            <a:avLst/>
          </a:prstGeom>
          <a:noFill/>
          <a:ln/>
        </p:spPr>
        <p:txBody>
          <a:bodyPr wrap="square" lIns="0" tIns="0" rIns="0" bIns="0" rtlCol="0" anchor="t"/>
          <a:lstStyle/>
          <a:p>
            <a:pPr marL="0" indent="0">
              <a:buNone/>
            </a:pPr>
            <a:r>
              <a:rPr lang="en-US" sz="4000" b="1" dirty="0">
                <a:solidFill>
                  <a:srgbClr val="F4EEF2"/>
                </a:solidFill>
                <a:latin typeface="Bahnschrift SemiCondensed" pitchFamily="34" charset="0"/>
                <a:ea typeface="Bahnschrift SemiCondensed" pitchFamily="34" charset="-122"/>
                <a:cs typeface="Bahnschrift SemiCondensed" pitchFamily="34" charset="-120"/>
              </a:rPr>
              <a:t>EEN WEBSITE VOOR BILTHOVEN</a:t>
            </a:r>
            <a:endParaRPr lang="en-US" sz="4000" dirty="0"/>
          </a:p>
        </p:txBody>
      </p:sp>
      <p:sp>
        <p:nvSpPr>
          <p:cNvPr id="4" name="a02u_7"/>
          <p:cNvSpPr/>
          <p:nvPr/>
        </p:nvSpPr>
        <p:spPr>
          <a:xfrm>
            <a:off x="685800" y="2011680"/>
            <a:ext cx="2499284" cy="2651760"/>
          </a:xfrm>
          <a:prstGeom prst="roundRect">
            <a:avLst>
              <a:gd name="adj" fmla="val 4390"/>
            </a:avLst>
          </a:prstGeom>
          <a:solidFill>
            <a:srgbClr val="231B27"/>
          </a:solidFill>
          <a:ln w="9525">
            <a:solidFill>
              <a:srgbClr val="3A2D3D"/>
            </a:solidFill>
            <a:prstDash val="solid"/>
          </a:ln>
        </p:spPr>
        <p:txBody>
          <a:bodyPr/>
          <a:lstStyle/>
          <a:p>
            <a:endParaRPr lang="en-NL"/>
          </a:p>
        </p:txBody>
      </p:sp>
      <p:pic>
        <p:nvPicPr>
          <p:cNvPr id="5" name="a02u_8" descr="preencoded.png"/>
          <p:cNvPicPr>
            <a:picLocks noChangeAspect="1"/>
          </p:cNvPicPr>
          <p:nvPr/>
        </p:nvPicPr>
        <p:blipFill>
          <a:blip r:embed="rId3"/>
          <a:stretch>
            <a:fillRect/>
          </a:stretch>
        </p:blipFill>
        <p:spPr>
          <a:xfrm>
            <a:off x="960120" y="2286000"/>
            <a:ext cx="384048" cy="384048"/>
          </a:xfrm>
          <a:prstGeom prst="rect">
            <a:avLst/>
          </a:prstGeom>
        </p:spPr>
      </p:pic>
      <p:sp>
        <p:nvSpPr>
          <p:cNvPr id="6" name="a02u_9"/>
          <p:cNvSpPr txBox="1"/>
          <p:nvPr/>
        </p:nvSpPr>
        <p:spPr>
          <a:xfrm>
            <a:off x="960120" y="2834640"/>
            <a:ext cx="1950644" cy="36576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Klant</a:t>
            </a:r>
            <a:endParaRPr lang="en-US" sz="2000" dirty="0"/>
          </a:p>
        </p:txBody>
      </p:sp>
      <p:sp>
        <p:nvSpPr>
          <p:cNvPr id="7" name="a02u_10"/>
          <p:cNvSpPr txBox="1"/>
          <p:nvPr/>
        </p:nvSpPr>
        <p:spPr>
          <a:xfrm>
            <a:off x="960120" y="3291840"/>
            <a:ext cx="1950644" cy="1188720"/>
          </a:xfrm>
          <a:prstGeom prst="rect">
            <a:avLst/>
          </a:prstGeom>
          <a:noFill/>
          <a:ln/>
        </p:spPr>
        <p:txBody>
          <a:bodyPr wrap="square" lIns="0" tIns="0" rIns="0" bIns="0" rtlCol="0" anchor="t"/>
          <a:lstStyle/>
          <a:p>
            <a:pPr marL="0" indent="0">
              <a:buNone/>
            </a:pPr>
            <a:r>
              <a:rPr lang="en-US" sz="1600" dirty="0">
                <a:solidFill>
                  <a:srgbClr val="BBA9B6"/>
                </a:solidFill>
                <a:latin typeface="Calibri" pitchFamily="34" charset="0"/>
                <a:ea typeface="Calibri" pitchFamily="34" charset="-122"/>
                <a:cs typeface="Calibri" pitchFamily="34" charset="-120"/>
              </a:rPr>
              <a:t>Annex Bios B.V. uit Utrecht. Wij maken de vestiging Bilthoven.</a:t>
            </a:r>
            <a:endParaRPr lang="en-US" sz="1600" dirty="0"/>
          </a:p>
        </p:txBody>
      </p:sp>
      <p:sp>
        <p:nvSpPr>
          <p:cNvPr id="8" name="a03u_11"/>
          <p:cNvSpPr/>
          <p:nvPr/>
        </p:nvSpPr>
        <p:spPr>
          <a:xfrm>
            <a:off x="3459404" y="2011680"/>
            <a:ext cx="2499284" cy="2651760"/>
          </a:xfrm>
          <a:prstGeom prst="roundRect">
            <a:avLst>
              <a:gd name="adj" fmla="val 4390"/>
            </a:avLst>
          </a:prstGeom>
          <a:solidFill>
            <a:srgbClr val="231B27"/>
          </a:solidFill>
          <a:ln w="9525">
            <a:solidFill>
              <a:srgbClr val="3A2D3D"/>
            </a:solidFill>
            <a:prstDash val="solid"/>
          </a:ln>
        </p:spPr>
        <p:txBody>
          <a:bodyPr/>
          <a:lstStyle/>
          <a:p>
            <a:endParaRPr lang="en-NL"/>
          </a:p>
        </p:txBody>
      </p:sp>
      <p:pic>
        <p:nvPicPr>
          <p:cNvPr id="9" name="a03u_12" descr="preencoded.png"/>
          <p:cNvPicPr>
            <a:picLocks noChangeAspect="1"/>
          </p:cNvPicPr>
          <p:nvPr/>
        </p:nvPicPr>
        <p:blipFill>
          <a:blip r:embed="rId4"/>
          <a:stretch>
            <a:fillRect/>
          </a:stretch>
        </p:blipFill>
        <p:spPr>
          <a:xfrm>
            <a:off x="3733724" y="2286000"/>
            <a:ext cx="384048" cy="384048"/>
          </a:xfrm>
          <a:prstGeom prst="rect">
            <a:avLst/>
          </a:prstGeom>
        </p:spPr>
      </p:pic>
      <p:sp>
        <p:nvSpPr>
          <p:cNvPr id="10" name="a03u_13"/>
          <p:cNvSpPr txBox="1"/>
          <p:nvPr/>
        </p:nvSpPr>
        <p:spPr>
          <a:xfrm>
            <a:off x="3733724" y="2834640"/>
            <a:ext cx="1950644" cy="36576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Tijd</a:t>
            </a:r>
            <a:endParaRPr lang="en-US" sz="2000" dirty="0"/>
          </a:p>
        </p:txBody>
      </p:sp>
      <p:sp>
        <p:nvSpPr>
          <p:cNvPr id="11" name="a03u_14"/>
          <p:cNvSpPr txBox="1"/>
          <p:nvPr/>
        </p:nvSpPr>
        <p:spPr>
          <a:xfrm>
            <a:off x="3733724" y="3291840"/>
            <a:ext cx="1950644" cy="1188720"/>
          </a:xfrm>
          <a:prstGeom prst="rect">
            <a:avLst/>
          </a:prstGeom>
          <a:noFill/>
          <a:ln/>
        </p:spPr>
        <p:txBody>
          <a:bodyPr wrap="square" lIns="0" tIns="0" rIns="0" bIns="0" rtlCol="0" anchor="t"/>
          <a:lstStyle/>
          <a:p>
            <a:pPr marL="0" indent="0">
              <a:buNone/>
            </a:pPr>
            <a:r>
              <a:rPr lang="en-US" sz="1600" dirty="0">
                <a:solidFill>
                  <a:srgbClr val="BBA9B6"/>
                </a:solidFill>
                <a:latin typeface="Calibri" pitchFamily="34" charset="0"/>
                <a:ea typeface="Calibri" pitchFamily="34" charset="-122"/>
                <a:cs typeface="Calibri" pitchFamily="34" charset="-120"/>
              </a:rPr>
              <a:t>Drie weken. Drie sprints van één week.</a:t>
            </a:r>
            <a:endParaRPr lang="en-US" sz="1600" dirty="0"/>
          </a:p>
        </p:txBody>
      </p:sp>
      <p:sp>
        <p:nvSpPr>
          <p:cNvPr id="12" name="a04u_15"/>
          <p:cNvSpPr/>
          <p:nvPr/>
        </p:nvSpPr>
        <p:spPr>
          <a:xfrm>
            <a:off x="6233008" y="2011680"/>
            <a:ext cx="2499284" cy="2651760"/>
          </a:xfrm>
          <a:prstGeom prst="roundRect">
            <a:avLst>
              <a:gd name="adj" fmla="val 4390"/>
            </a:avLst>
          </a:prstGeom>
          <a:solidFill>
            <a:srgbClr val="231B27"/>
          </a:solidFill>
          <a:ln w="9525">
            <a:solidFill>
              <a:srgbClr val="3A2D3D"/>
            </a:solidFill>
            <a:prstDash val="solid"/>
          </a:ln>
        </p:spPr>
        <p:txBody>
          <a:bodyPr/>
          <a:lstStyle/>
          <a:p>
            <a:endParaRPr lang="en-NL"/>
          </a:p>
        </p:txBody>
      </p:sp>
      <p:pic>
        <p:nvPicPr>
          <p:cNvPr id="13" name="a04u_16" descr="preencoded.png"/>
          <p:cNvPicPr>
            <a:picLocks noChangeAspect="1"/>
          </p:cNvPicPr>
          <p:nvPr/>
        </p:nvPicPr>
        <p:blipFill>
          <a:blip r:embed="rId5"/>
          <a:stretch>
            <a:fillRect/>
          </a:stretch>
        </p:blipFill>
        <p:spPr>
          <a:xfrm>
            <a:off x="6507328" y="2286000"/>
            <a:ext cx="384048" cy="384048"/>
          </a:xfrm>
          <a:prstGeom prst="rect">
            <a:avLst/>
          </a:prstGeom>
        </p:spPr>
      </p:pic>
      <p:sp>
        <p:nvSpPr>
          <p:cNvPr id="14" name="a04u_17"/>
          <p:cNvSpPr txBox="1"/>
          <p:nvPr/>
        </p:nvSpPr>
        <p:spPr>
          <a:xfrm>
            <a:off x="6507328" y="2834640"/>
            <a:ext cx="1950644" cy="36576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Doel</a:t>
            </a:r>
            <a:endParaRPr lang="en-US" sz="2000" dirty="0"/>
          </a:p>
        </p:txBody>
      </p:sp>
      <p:sp>
        <p:nvSpPr>
          <p:cNvPr id="15" name="a04u_18"/>
          <p:cNvSpPr txBox="1"/>
          <p:nvPr/>
        </p:nvSpPr>
        <p:spPr>
          <a:xfrm>
            <a:off x="6507328" y="3291840"/>
            <a:ext cx="1950644" cy="1188720"/>
          </a:xfrm>
          <a:prstGeom prst="rect">
            <a:avLst/>
          </a:prstGeom>
          <a:noFill/>
          <a:ln/>
        </p:spPr>
        <p:txBody>
          <a:bodyPr wrap="square" lIns="0" tIns="0" rIns="0" bIns="0" rtlCol="0" anchor="t"/>
          <a:lstStyle/>
          <a:p>
            <a:pPr marL="0" indent="0">
              <a:buNone/>
            </a:pPr>
            <a:r>
              <a:rPr lang="en-US" sz="1600" dirty="0">
                <a:solidFill>
                  <a:srgbClr val="BBA9B6"/>
                </a:solidFill>
                <a:latin typeface="Calibri" pitchFamily="34" charset="0"/>
                <a:ea typeface="Calibri" pitchFamily="34" charset="-122"/>
                <a:cs typeface="Calibri" pitchFamily="34" charset="-120"/>
              </a:rPr>
              <a:t>Films en tijden laten zien. Een stoel reserveren.</a:t>
            </a:r>
            <a:endParaRPr lang="en-US" sz="1600" dirty="0"/>
          </a:p>
        </p:txBody>
      </p:sp>
      <p:sp>
        <p:nvSpPr>
          <p:cNvPr id="16" name="a05u_19"/>
          <p:cNvSpPr/>
          <p:nvPr/>
        </p:nvSpPr>
        <p:spPr>
          <a:xfrm>
            <a:off x="9006611" y="2011680"/>
            <a:ext cx="2499284" cy="2651760"/>
          </a:xfrm>
          <a:prstGeom prst="roundRect">
            <a:avLst>
              <a:gd name="adj" fmla="val 4390"/>
            </a:avLst>
          </a:prstGeom>
          <a:solidFill>
            <a:srgbClr val="231B27"/>
          </a:solidFill>
          <a:ln w="9525">
            <a:solidFill>
              <a:srgbClr val="3A2D3D"/>
            </a:solidFill>
            <a:prstDash val="solid"/>
          </a:ln>
        </p:spPr>
        <p:txBody>
          <a:bodyPr/>
          <a:lstStyle/>
          <a:p>
            <a:endParaRPr lang="en-NL"/>
          </a:p>
        </p:txBody>
      </p:sp>
      <p:pic>
        <p:nvPicPr>
          <p:cNvPr id="17" name="a05u_20" descr="preencoded.png"/>
          <p:cNvPicPr>
            <a:picLocks noChangeAspect="1"/>
          </p:cNvPicPr>
          <p:nvPr/>
        </p:nvPicPr>
        <p:blipFill>
          <a:blip r:embed="rId6"/>
          <a:stretch>
            <a:fillRect/>
          </a:stretch>
        </p:blipFill>
        <p:spPr>
          <a:xfrm>
            <a:off x="9280931" y="2286000"/>
            <a:ext cx="384048" cy="384048"/>
          </a:xfrm>
          <a:prstGeom prst="rect">
            <a:avLst/>
          </a:prstGeom>
        </p:spPr>
      </p:pic>
      <p:sp>
        <p:nvSpPr>
          <p:cNvPr id="18" name="a05u_21"/>
          <p:cNvSpPr txBox="1"/>
          <p:nvPr/>
        </p:nvSpPr>
        <p:spPr>
          <a:xfrm>
            <a:off x="9280931" y="2834640"/>
            <a:ext cx="1950644" cy="36576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Gebruikers</a:t>
            </a:r>
            <a:endParaRPr lang="en-US" sz="2000" dirty="0"/>
          </a:p>
        </p:txBody>
      </p:sp>
      <p:sp>
        <p:nvSpPr>
          <p:cNvPr id="19" name="a05u_22"/>
          <p:cNvSpPr txBox="1"/>
          <p:nvPr/>
        </p:nvSpPr>
        <p:spPr>
          <a:xfrm>
            <a:off x="9280931" y="3291840"/>
            <a:ext cx="1950644" cy="1188720"/>
          </a:xfrm>
          <a:prstGeom prst="rect">
            <a:avLst/>
          </a:prstGeom>
          <a:noFill/>
          <a:ln/>
        </p:spPr>
        <p:txBody>
          <a:bodyPr wrap="square" lIns="0" tIns="0" rIns="0" bIns="0" rtlCol="0" anchor="t"/>
          <a:lstStyle/>
          <a:p>
            <a:pPr marL="0" indent="0">
              <a:buNone/>
            </a:pPr>
            <a:r>
              <a:rPr lang="en-US" sz="1600" dirty="0">
                <a:solidFill>
                  <a:srgbClr val="BBA9B6"/>
                </a:solidFill>
                <a:latin typeface="Calibri" pitchFamily="34" charset="0"/>
                <a:ea typeface="Calibri" pitchFamily="34" charset="-122"/>
                <a:cs typeface="Calibri" pitchFamily="34" charset="-120"/>
              </a:rPr>
              <a:t>De bezoeker, vaak op zijn telefoon. En de medewerker.</a:t>
            </a:r>
            <a:endParaRPr lang="en-US" sz="1600" dirty="0"/>
          </a:p>
        </p:txBody>
      </p:sp>
      <p:sp>
        <p:nvSpPr>
          <p:cNvPr id="20" name="Text 14"/>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21" name="Text 15"/>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Artem · 2/20</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1400">
        <p14:reveal thruBlk="1"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additive="base">
                                        <p:cTn id="8" dur="600" fill="hold"/>
                                        <p:tgtEl>
                                          <p:spTgt spid="2"/>
                                        </p:tgtEl>
                                        <p:attrNameLst>
                                          <p:attrName>ppt_x</p:attrName>
                                        </p:attrNameLst>
                                      </p:cBhvr>
                                      <p:tavLst>
                                        <p:tav tm="0">
                                          <p:val>
                                            <p:strVal val="#ppt_x"/>
                                          </p:val>
                                        </p:tav>
                                        <p:tav tm="100000">
                                          <p:val>
                                            <p:strVal val="#ppt_x"/>
                                          </p:val>
                                        </p:tav>
                                      </p:tavLst>
                                    </p:anim>
                                    <p:anim calcmode="lin" valueType="num">
                                      <p:cBhvr additive="base">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850"/>
                            </p:stCondLst>
                            <p:childTnLst>
                              <p:par>
                                <p:cTn id="16" presetID="42"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ppt_x</p:attrName>
                                        </p:attrNameLst>
                                      </p:cBhvr>
                                      <p:tavLst>
                                        <p:tav tm="0">
                                          <p:val>
                                            <p:strVal val="#ppt_x"/>
                                          </p:val>
                                        </p:tav>
                                        <p:tav tm="100000">
                                          <p:val>
                                            <p:strVal val="#ppt_x"/>
                                          </p:val>
                                        </p:tav>
                                      </p:tavLst>
                                    </p:anim>
                                    <p:anim calcmode="lin" valueType="num">
                                      <p:cBhvr additive="base">
                                        <p:cTn id="20" dur="600" fill="hold"/>
                                        <p:tgtEl>
                                          <p:spTgt spid="4"/>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600"/>
                                        <p:tgtEl>
                                          <p:spTgt spid="5"/>
                                        </p:tgtEl>
                                      </p:cBhvr>
                                    </p:animEffect>
                                    <p:anim calcmode="lin" valueType="num">
                                      <p:cBhvr additive="base">
                                        <p:cTn id="24" dur="600" fill="hold"/>
                                        <p:tgtEl>
                                          <p:spTgt spid="5"/>
                                        </p:tgtEl>
                                        <p:attrNameLst>
                                          <p:attrName>ppt_x</p:attrName>
                                        </p:attrNameLst>
                                      </p:cBhvr>
                                      <p:tavLst>
                                        <p:tav tm="0">
                                          <p:val>
                                            <p:strVal val="#ppt_x"/>
                                          </p:val>
                                        </p:tav>
                                        <p:tav tm="100000">
                                          <p:val>
                                            <p:strVal val="#ppt_x"/>
                                          </p:val>
                                        </p:tav>
                                      </p:tavLst>
                                    </p:anim>
                                    <p:anim calcmode="lin" valueType="num">
                                      <p:cBhvr additive="base">
                                        <p:cTn id="25" dur="600" fill="hold"/>
                                        <p:tgtEl>
                                          <p:spTgt spid="5"/>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additive="base">
                                        <p:cTn id="29" dur="600" fill="hold"/>
                                        <p:tgtEl>
                                          <p:spTgt spid="6"/>
                                        </p:tgtEl>
                                        <p:attrNameLst>
                                          <p:attrName>ppt_x</p:attrName>
                                        </p:attrNameLst>
                                      </p:cBhvr>
                                      <p:tavLst>
                                        <p:tav tm="0">
                                          <p:val>
                                            <p:strVal val="#ppt_x"/>
                                          </p:val>
                                        </p:tav>
                                        <p:tav tm="100000">
                                          <p:val>
                                            <p:strVal val="#ppt_x"/>
                                          </p:val>
                                        </p:tav>
                                      </p:tavLst>
                                    </p:anim>
                                    <p:anim calcmode="lin" valueType="num">
                                      <p:cBhvr additive="base">
                                        <p:cTn id="30" dur="600" fill="hold"/>
                                        <p:tgtEl>
                                          <p:spTgt spid="6"/>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600"/>
                                        <p:tgtEl>
                                          <p:spTgt spid="7"/>
                                        </p:tgtEl>
                                      </p:cBhvr>
                                    </p:animEffect>
                                    <p:anim calcmode="lin" valueType="num">
                                      <p:cBhvr additive="base">
                                        <p:cTn id="34" dur="600" fill="hold"/>
                                        <p:tgtEl>
                                          <p:spTgt spid="7"/>
                                        </p:tgtEl>
                                        <p:attrNameLst>
                                          <p:attrName>ppt_x</p:attrName>
                                        </p:attrNameLst>
                                      </p:cBhvr>
                                      <p:tavLst>
                                        <p:tav tm="0">
                                          <p:val>
                                            <p:strVal val="#ppt_x"/>
                                          </p:val>
                                        </p:tav>
                                        <p:tav tm="100000">
                                          <p:val>
                                            <p:strVal val="#ppt_x"/>
                                          </p:val>
                                        </p:tav>
                                      </p:tavLst>
                                    </p:anim>
                                    <p:anim calcmode="lin" valueType="num">
                                      <p:cBhvr additive="base">
                                        <p:cTn id="35" dur="600" fill="hold"/>
                                        <p:tgtEl>
                                          <p:spTgt spid="7"/>
                                        </p:tgtEl>
                                        <p:attrNameLst>
                                          <p:attrName>ppt_y</p:attrName>
                                        </p:attrNameLst>
                                      </p:cBhvr>
                                      <p:tavLst>
                                        <p:tav tm="0">
                                          <p:val>
                                            <p:strVal val="#ppt_y+.1"/>
                                          </p:val>
                                        </p:tav>
                                        <p:tav tm="100000">
                                          <p:val>
                                            <p:strVal val="#ppt_y"/>
                                          </p:val>
                                        </p:tav>
                                      </p:tavLst>
                                    </p:anim>
                                  </p:childTnLst>
                                </p:cTn>
                              </p:par>
                            </p:childTnLst>
                          </p:cTn>
                        </p:par>
                        <p:par>
                          <p:cTn id="36" fill="hold">
                            <p:stCondLst>
                              <p:cond delay="1300"/>
                            </p:stCondLst>
                            <p:childTnLst>
                              <p:par>
                                <p:cTn id="37" presetID="42" presetClass="entr" presetSubtype="0" fill="hold"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600"/>
                                        <p:tgtEl>
                                          <p:spTgt spid="8"/>
                                        </p:tgtEl>
                                      </p:cBhvr>
                                    </p:animEffect>
                                    <p:anim calcmode="lin" valueType="num">
                                      <p:cBhvr additive="base">
                                        <p:cTn id="40" dur="600" fill="hold"/>
                                        <p:tgtEl>
                                          <p:spTgt spid="8"/>
                                        </p:tgtEl>
                                        <p:attrNameLst>
                                          <p:attrName>ppt_x</p:attrName>
                                        </p:attrNameLst>
                                      </p:cBhvr>
                                      <p:tavLst>
                                        <p:tav tm="0">
                                          <p:val>
                                            <p:strVal val="#ppt_x"/>
                                          </p:val>
                                        </p:tav>
                                        <p:tav tm="100000">
                                          <p:val>
                                            <p:strVal val="#ppt_x"/>
                                          </p:val>
                                        </p:tav>
                                      </p:tavLst>
                                    </p:anim>
                                    <p:anim calcmode="lin" valueType="num">
                                      <p:cBhvr additive="base">
                                        <p:cTn id="41" dur="600" fill="hold"/>
                                        <p:tgtEl>
                                          <p:spTgt spid="8"/>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600"/>
                                        <p:tgtEl>
                                          <p:spTgt spid="9"/>
                                        </p:tgtEl>
                                      </p:cBhvr>
                                    </p:animEffect>
                                    <p:anim calcmode="lin" valueType="num">
                                      <p:cBhvr additive="base">
                                        <p:cTn id="45" dur="600" fill="hold"/>
                                        <p:tgtEl>
                                          <p:spTgt spid="9"/>
                                        </p:tgtEl>
                                        <p:attrNameLst>
                                          <p:attrName>ppt_x</p:attrName>
                                        </p:attrNameLst>
                                      </p:cBhvr>
                                      <p:tavLst>
                                        <p:tav tm="0">
                                          <p:val>
                                            <p:strVal val="#ppt_x"/>
                                          </p:val>
                                        </p:tav>
                                        <p:tav tm="100000">
                                          <p:val>
                                            <p:strVal val="#ppt_x"/>
                                          </p:val>
                                        </p:tav>
                                      </p:tavLst>
                                    </p:anim>
                                    <p:anim calcmode="lin" valueType="num">
                                      <p:cBhvr additive="base">
                                        <p:cTn id="46" dur="600" fill="hold"/>
                                        <p:tgtEl>
                                          <p:spTgt spid="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600"/>
                                        <p:tgtEl>
                                          <p:spTgt spid="10"/>
                                        </p:tgtEl>
                                      </p:cBhvr>
                                    </p:animEffect>
                                    <p:anim calcmode="lin" valueType="num">
                                      <p:cBhvr additive="base">
                                        <p:cTn id="50" dur="600" fill="hold"/>
                                        <p:tgtEl>
                                          <p:spTgt spid="10"/>
                                        </p:tgtEl>
                                        <p:attrNameLst>
                                          <p:attrName>ppt_x</p:attrName>
                                        </p:attrNameLst>
                                      </p:cBhvr>
                                      <p:tavLst>
                                        <p:tav tm="0">
                                          <p:val>
                                            <p:strVal val="#ppt_x"/>
                                          </p:val>
                                        </p:tav>
                                        <p:tav tm="100000">
                                          <p:val>
                                            <p:strVal val="#ppt_x"/>
                                          </p:val>
                                        </p:tav>
                                      </p:tavLst>
                                    </p:anim>
                                    <p:anim calcmode="lin" valueType="num">
                                      <p:cBhvr additive="base">
                                        <p:cTn id="51" dur="600" fill="hold"/>
                                        <p:tgtEl>
                                          <p:spTgt spid="10"/>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600"/>
                                        <p:tgtEl>
                                          <p:spTgt spid="11"/>
                                        </p:tgtEl>
                                      </p:cBhvr>
                                    </p:animEffect>
                                    <p:anim calcmode="lin" valueType="num">
                                      <p:cBhvr additive="base">
                                        <p:cTn id="55" dur="600" fill="hold"/>
                                        <p:tgtEl>
                                          <p:spTgt spid="11"/>
                                        </p:tgtEl>
                                        <p:attrNameLst>
                                          <p:attrName>ppt_x</p:attrName>
                                        </p:attrNameLst>
                                      </p:cBhvr>
                                      <p:tavLst>
                                        <p:tav tm="0">
                                          <p:val>
                                            <p:strVal val="#ppt_x"/>
                                          </p:val>
                                        </p:tav>
                                        <p:tav tm="100000">
                                          <p:val>
                                            <p:strVal val="#ppt_x"/>
                                          </p:val>
                                        </p:tav>
                                      </p:tavLst>
                                    </p:anim>
                                    <p:anim calcmode="lin" valueType="num">
                                      <p:cBhvr additive="base">
                                        <p:cTn id="56" dur="600" fill="hold"/>
                                        <p:tgtEl>
                                          <p:spTgt spid="11"/>
                                        </p:tgtEl>
                                        <p:attrNameLst>
                                          <p:attrName>ppt_y</p:attrName>
                                        </p:attrNameLst>
                                      </p:cBhvr>
                                      <p:tavLst>
                                        <p:tav tm="0">
                                          <p:val>
                                            <p:strVal val="#ppt_y+.1"/>
                                          </p:val>
                                        </p:tav>
                                        <p:tav tm="100000">
                                          <p:val>
                                            <p:strVal val="#ppt_y"/>
                                          </p:val>
                                        </p:tav>
                                      </p:tavLst>
                                    </p:anim>
                                  </p:childTnLst>
                                </p:cTn>
                              </p:par>
                            </p:childTnLst>
                          </p:cTn>
                        </p:par>
                        <p:par>
                          <p:cTn id="57" fill="hold">
                            <p:stCondLst>
                              <p:cond delay="1750"/>
                            </p:stCondLst>
                            <p:childTnLst>
                              <p:par>
                                <p:cTn id="58" presetID="42" presetClass="entr" presetSubtype="0" fill="hold" nodeType="after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600"/>
                                        <p:tgtEl>
                                          <p:spTgt spid="12"/>
                                        </p:tgtEl>
                                      </p:cBhvr>
                                    </p:animEffect>
                                    <p:anim calcmode="lin" valueType="num">
                                      <p:cBhvr additive="base">
                                        <p:cTn id="61" dur="600" fill="hold"/>
                                        <p:tgtEl>
                                          <p:spTgt spid="12"/>
                                        </p:tgtEl>
                                        <p:attrNameLst>
                                          <p:attrName>ppt_x</p:attrName>
                                        </p:attrNameLst>
                                      </p:cBhvr>
                                      <p:tavLst>
                                        <p:tav tm="0">
                                          <p:val>
                                            <p:strVal val="#ppt_x"/>
                                          </p:val>
                                        </p:tav>
                                        <p:tav tm="100000">
                                          <p:val>
                                            <p:strVal val="#ppt_x"/>
                                          </p:val>
                                        </p:tav>
                                      </p:tavLst>
                                    </p:anim>
                                    <p:anim calcmode="lin" valueType="num">
                                      <p:cBhvr additive="base">
                                        <p:cTn id="62" dur="600" fill="hold"/>
                                        <p:tgtEl>
                                          <p:spTgt spid="12"/>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600"/>
                                        <p:tgtEl>
                                          <p:spTgt spid="13"/>
                                        </p:tgtEl>
                                      </p:cBhvr>
                                    </p:animEffect>
                                    <p:anim calcmode="lin" valueType="num">
                                      <p:cBhvr additive="base">
                                        <p:cTn id="66" dur="600" fill="hold"/>
                                        <p:tgtEl>
                                          <p:spTgt spid="13"/>
                                        </p:tgtEl>
                                        <p:attrNameLst>
                                          <p:attrName>ppt_x</p:attrName>
                                        </p:attrNameLst>
                                      </p:cBhvr>
                                      <p:tavLst>
                                        <p:tav tm="0">
                                          <p:val>
                                            <p:strVal val="#ppt_x"/>
                                          </p:val>
                                        </p:tav>
                                        <p:tav tm="100000">
                                          <p:val>
                                            <p:strVal val="#ppt_x"/>
                                          </p:val>
                                        </p:tav>
                                      </p:tavLst>
                                    </p:anim>
                                    <p:anim calcmode="lin" valueType="num">
                                      <p:cBhvr additive="base">
                                        <p:cTn id="67" dur="600" fill="hold"/>
                                        <p:tgtEl>
                                          <p:spTgt spid="13"/>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600"/>
                                        <p:tgtEl>
                                          <p:spTgt spid="14"/>
                                        </p:tgtEl>
                                      </p:cBhvr>
                                    </p:animEffect>
                                    <p:anim calcmode="lin" valueType="num">
                                      <p:cBhvr additive="base">
                                        <p:cTn id="71" dur="600" fill="hold"/>
                                        <p:tgtEl>
                                          <p:spTgt spid="14"/>
                                        </p:tgtEl>
                                        <p:attrNameLst>
                                          <p:attrName>ppt_x</p:attrName>
                                        </p:attrNameLst>
                                      </p:cBhvr>
                                      <p:tavLst>
                                        <p:tav tm="0">
                                          <p:val>
                                            <p:strVal val="#ppt_x"/>
                                          </p:val>
                                        </p:tav>
                                        <p:tav tm="100000">
                                          <p:val>
                                            <p:strVal val="#ppt_x"/>
                                          </p:val>
                                        </p:tav>
                                      </p:tavLst>
                                    </p:anim>
                                    <p:anim calcmode="lin" valueType="num">
                                      <p:cBhvr additive="base">
                                        <p:cTn id="72" dur="600" fill="hold"/>
                                        <p:tgtEl>
                                          <p:spTgt spid="14"/>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fade">
                                      <p:cBhvr>
                                        <p:cTn id="75" dur="600"/>
                                        <p:tgtEl>
                                          <p:spTgt spid="15"/>
                                        </p:tgtEl>
                                      </p:cBhvr>
                                    </p:animEffect>
                                    <p:anim calcmode="lin" valueType="num">
                                      <p:cBhvr additive="base">
                                        <p:cTn id="76" dur="600" fill="hold"/>
                                        <p:tgtEl>
                                          <p:spTgt spid="15"/>
                                        </p:tgtEl>
                                        <p:attrNameLst>
                                          <p:attrName>ppt_x</p:attrName>
                                        </p:attrNameLst>
                                      </p:cBhvr>
                                      <p:tavLst>
                                        <p:tav tm="0">
                                          <p:val>
                                            <p:strVal val="#ppt_x"/>
                                          </p:val>
                                        </p:tav>
                                        <p:tav tm="100000">
                                          <p:val>
                                            <p:strVal val="#ppt_x"/>
                                          </p:val>
                                        </p:tav>
                                      </p:tavLst>
                                    </p:anim>
                                    <p:anim calcmode="lin" valueType="num">
                                      <p:cBhvr additive="base">
                                        <p:cTn id="77" dur="600" fill="hold"/>
                                        <p:tgtEl>
                                          <p:spTgt spid="15"/>
                                        </p:tgtEl>
                                        <p:attrNameLst>
                                          <p:attrName>ppt_y</p:attrName>
                                        </p:attrNameLst>
                                      </p:cBhvr>
                                      <p:tavLst>
                                        <p:tav tm="0">
                                          <p:val>
                                            <p:strVal val="#ppt_y+.1"/>
                                          </p:val>
                                        </p:tav>
                                        <p:tav tm="100000">
                                          <p:val>
                                            <p:strVal val="#ppt_y"/>
                                          </p:val>
                                        </p:tav>
                                      </p:tavLst>
                                    </p:anim>
                                  </p:childTnLst>
                                </p:cTn>
                              </p:par>
                            </p:childTnLst>
                          </p:cTn>
                        </p:par>
                        <p:par>
                          <p:cTn id="78" fill="hold">
                            <p:stCondLst>
                              <p:cond delay="2200"/>
                            </p:stCondLst>
                            <p:childTnLst>
                              <p:par>
                                <p:cTn id="79" presetID="42" presetClass="entr" presetSubtype="0" fill="hold" nodeType="after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600"/>
                                        <p:tgtEl>
                                          <p:spTgt spid="16"/>
                                        </p:tgtEl>
                                      </p:cBhvr>
                                    </p:animEffect>
                                    <p:anim calcmode="lin" valueType="num">
                                      <p:cBhvr additive="base">
                                        <p:cTn id="82" dur="600" fill="hold"/>
                                        <p:tgtEl>
                                          <p:spTgt spid="16"/>
                                        </p:tgtEl>
                                        <p:attrNameLst>
                                          <p:attrName>ppt_x</p:attrName>
                                        </p:attrNameLst>
                                      </p:cBhvr>
                                      <p:tavLst>
                                        <p:tav tm="0">
                                          <p:val>
                                            <p:strVal val="#ppt_x"/>
                                          </p:val>
                                        </p:tav>
                                        <p:tav tm="100000">
                                          <p:val>
                                            <p:strVal val="#ppt_x"/>
                                          </p:val>
                                        </p:tav>
                                      </p:tavLst>
                                    </p:anim>
                                    <p:anim calcmode="lin" valueType="num">
                                      <p:cBhvr additive="base">
                                        <p:cTn id="83" dur="600" fill="hold"/>
                                        <p:tgtEl>
                                          <p:spTgt spid="16"/>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fade">
                                      <p:cBhvr>
                                        <p:cTn id="86" dur="600"/>
                                        <p:tgtEl>
                                          <p:spTgt spid="17"/>
                                        </p:tgtEl>
                                      </p:cBhvr>
                                    </p:animEffect>
                                    <p:anim calcmode="lin" valueType="num">
                                      <p:cBhvr additive="base">
                                        <p:cTn id="87" dur="600" fill="hold"/>
                                        <p:tgtEl>
                                          <p:spTgt spid="17"/>
                                        </p:tgtEl>
                                        <p:attrNameLst>
                                          <p:attrName>ppt_x</p:attrName>
                                        </p:attrNameLst>
                                      </p:cBhvr>
                                      <p:tavLst>
                                        <p:tav tm="0">
                                          <p:val>
                                            <p:strVal val="#ppt_x"/>
                                          </p:val>
                                        </p:tav>
                                        <p:tav tm="100000">
                                          <p:val>
                                            <p:strVal val="#ppt_x"/>
                                          </p:val>
                                        </p:tav>
                                      </p:tavLst>
                                    </p:anim>
                                    <p:anim calcmode="lin" valueType="num">
                                      <p:cBhvr additive="base">
                                        <p:cTn id="88" dur="600" fill="hold"/>
                                        <p:tgtEl>
                                          <p:spTgt spid="17"/>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600"/>
                                        <p:tgtEl>
                                          <p:spTgt spid="18"/>
                                        </p:tgtEl>
                                      </p:cBhvr>
                                    </p:animEffect>
                                    <p:anim calcmode="lin" valueType="num">
                                      <p:cBhvr additive="base">
                                        <p:cTn id="92" dur="600" fill="hold"/>
                                        <p:tgtEl>
                                          <p:spTgt spid="18"/>
                                        </p:tgtEl>
                                        <p:attrNameLst>
                                          <p:attrName>ppt_x</p:attrName>
                                        </p:attrNameLst>
                                      </p:cBhvr>
                                      <p:tavLst>
                                        <p:tav tm="0">
                                          <p:val>
                                            <p:strVal val="#ppt_x"/>
                                          </p:val>
                                        </p:tav>
                                        <p:tav tm="100000">
                                          <p:val>
                                            <p:strVal val="#ppt_x"/>
                                          </p:val>
                                        </p:tav>
                                      </p:tavLst>
                                    </p:anim>
                                    <p:anim calcmode="lin" valueType="num">
                                      <p:cBhvr additive="base">
                                        <p:cTn id="93" dur="600" fill="hold"/>
                                        <p:tgtEl>
                                          <p:spTgt spid="18"/>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600"/>
                                        <p:tgtEl>
                                          <p:spTgt spid="19"/>
                                        </p:tgtEl>
                                      </p:cBhvr>
                                    </p:animEffect>
                                    <p:anim calcmode="lin" valueType="num">
                                      <p:cBhvr additive="base">
                                        <p:cTn id="97" dur="600" fill="hold"/>
                                        <p:tgtEl>
                                          <p:spTgt spid="19"/>
                                        </p:tgtEl>
                                        <p:attrNameLst>
                                          <p:attrName>ppt_x</p:attrName>
                                        </p:attrNameLst>
                                      </p:cBhvr>
                                      <p:tavLst>
                                        <p:tav tm="0">
                                          <p:val>
                                            <p:strVal val="#ppt_x"/>
                                          </p:val>
                                        </p:tav>
                                        <p:tav tm="100000">
                                          <p:val>
                                            <p:strVal val="#ppt_x"/>
                                          </p:val>
                                        </p:tav>
                                      </p:tavLst>
                                    </p:anim>
                                    <p:anim calcmode="lin" valueType="num">
                                      <p:cBhvr additive="base">
                                        <p:cTn id="98" dur="6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10" grpId="0" animBg="1"/>
      <p:bldP spid="11" grpId="0" animBg="1"/>
      <p:bldP spid="14" grpId="0" animBg="1"/>
      <p:bldP spid="15" grpId="0" animBg="1"/>
      <p:bldP spid="18" grpId="0" animBg="1"/>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520"/>
        </a:solidFill>
        <a:effectLst/>
      </p:bgPr>
    </p:bg>
    <p:spTree>
      <p:nvGrpSpPr>
        <p:cNvPr id="1" name=""/>
        <p:cNvGrpSpPr/>
        <p:nvPr/>
      </p:nvGrpSpPr>
      <p:grpSpPr>
        <a:xfrm>
          <a:off x="0" y="0"/>
          <a:ext cx="0" cy="0"/>
          <a:chOff x="0" y="0"/>
          <a:chExt cx="0" cy="0"/>
        </a:xfrm>
      </p:grpSpPr>
      <p:sp>
        <p:nvSpPr>
          <p:cNvPr id="2" name="a01u_23"/>
          <p:cNvSpPr txBox="1"/>
          <p:nvPr/>
        </p:nvSpPr>
        <p:spPr>
          <a:xfrm>
            <a:off x="685800" y="457200"/>
            <a:ext cx="10820095" cy="292608"/>
          </a:xfrm>
          <a:prstGeom prst="rect">
            <a:avLst/>
          </a:prstGeom>
          <a:noFill/>
          <a:ln/>
        </p:spPr>
        <p:txBody>
          <a:bodyPr wrap="square" lIns="0" tIns="0" rIns="0" bIns="0" rtlCol="0" anchor="ctr"/>
          <a:lstStyle/>
          <a:p>
            <a:pPr marL="0" indent="0">
              <a:buNone/>
            </a:pPr>
            <a:r>
              <a:rPr lang="en-US" sz="1300" b="1" kern="0" spc="300" dirty="0">
                <a:solidFill>
                  <a:srgbClr val="E59BC3"/>
                </a:solidFill>
                <a:latin typeface="Calibri" pitchFamily="34" charset="0"/>
                <a:ea typeface="Calibri" pitchFamily="34" charset="-122"/>
                <a:cs typeface="Calibri" pitchFamily="34" charset="-120"/>
              </a:rPr>
              <a:t>HET TEAM</a:t>
            </a:r>
            <a:endParaRPr lang="en-US" sz="1300" dirty="0"/>
          </a:p>
        </p:txBody>
      </p:sp>
      <p:sp>
        <p:nvSpPr>
          <p:cNvPr id="3" name="a01u_24"/>
          <p:cNvSpPr txBox="1"/>
          <p:nvPr/>
        </p:nvSpPr>
        <p:spPr>
          <a:xfrm>
            <a:off x="685800" y="749808"/>
            <a:ext cx="10820095" cy="731520"/>
          </a:xfrm>
          <a:prstGeom prst="rect">
            <a:avLst/>
          </a:prstGeom>
          <a:noFill/>
          <a:ln/>
        </p:spPr>
        <p:txBody>
          <a:bodyPr wrap="square" lIns="0" tIns="0" rIns="0" bIns="0" rtlCol="0" anchor="t"/>
          <a:lstStyle/>
          <a:p>
            <a:pPr marL="0" indent="0">
              <a:buNone/>
            </a:pPr>
            <a:r>
              <a:rPr lang="en-US" sz="4000" b="1" dirty="0">
                <a:solidFill>
                  <a:srgbClr val="F4EEF2"/>
                </a:solidFill>
                <a:latin typeface="Bahnschrift SemiCondensed" pitchFamily="34" charset="0"/>
                <a:ea typeface="Bahnschrift SemiCondensed" pitchFamily="34" charset="-122"/>
                <a:cs typeface="Bahnschrift SemiCondensed" pitchFamily="34" charset="-120"/>
              </a:rPr>
              <a:t>WIE DEED WAT?</a:t>
            </a:r>
            <a:endParaRPr lang="en-US" sz="4000" dirty="0"/>
          </a:p>
        </p:txBody>
      </p:sp>
      <p:sp>
        <p:nvSpPr>
          <p:cNvPr id="4" name="a02u_25"/>
          <p:cNvSpPr/>
          <p:nvPr/>
        </p:nvSpPr>
        <p:spPr>
          <a:xfrm>
            <a:off x="685800" y="1920240"/>
            <a:ext cx="5272888" cy="1828800"/>
          </a:xfrm>
          <a:prstGeom prst="roundRect">
            <a:avLst>
              <a:gd name="adj" fmla="val 6000"/>
            </a:avLst>
          </a:prstGeom>
          <a:solidFill>
            <a:srgbClr val="231B27"/>
          </a:solidFill>
          <a:ln w="25400">
            <a:solidFill>
              <a:srgbClr val="E08DBA"/>
            </a:solidFill>
            <a:prstDash val="solid"/>
          </a:ln>
        </p:spPr>
        <p:txBody>
          <a:bodyPr/>
          <a:lstStyle/>
          <a:p>
            <a:endParaRPr lang="en-NL"/>
          </a:p>
        </p:txBody>
      </p:sp>
      <p:sp>
        <p:nvSpPr>
          <p:cNvPr id="5" name="a02u_26"/>
          <p:cNvSpPr/>
          <p:nvPr/>
        </p:nvSpPr>
        <p:spPr>
          <a:xfrm>
            <a:off x="960120" y="2286000"/>
            <a:ext cx="146304" cy="146304"/>
          </a:xfrm>
          <a:prstGeom prst="ellipse">
            <a:avLst/>
          </a:prstGeom>
          <a:solidFill>
            <a:srgbClr val="E08DBA"/>
          </a:solidFill>
          <a:ln w="12700">
            <a:solidFill>
              <a:srgbClr val="E08DBA"/>
            </a:solidFill>
            <a:prstDash val="solid"/>
          </a:ln>
        </p:spPr>
        <p:txBody>
          <a:bodyPr/>
          <a:lstStyle/>
          <a:p>
            <a:endParaRPr lang="en-NL"/>
          </a:p>
        </p:txBody>
      </p:sp>
      <p:sp>
        <p:nvSpPr>
          <p:cNvPr id="6" name="a02u_27"/>
          <p:cNvSpPr txBox="1"/>
          <p:nvPr/>
        </p:nvSpPr>
        <p:spPr>
          <a:xfrm>
            <a:off x="1216152" y="2194560"/>
            <a:ext cx="4724248" cy="365760"/>
          </a:xfrm>
          <a:prstGeom prst="rect">
            <a:avLst/>
          </a:prstGeom>
          <a:noFill/>
          <a:ln/>
        </p:spPr>
        <p:txBody>
          <a:bodyPr wrap="square" lIns="0" tIns="0" rIns="0" bIns="0" rtlCol="0" anchor="ctr"/>
          <a:lstStyle/>
          <a:p>
            <a:pPr marL="0" indent="0">
              <a:buNone/>
            </a:pPr>
            <a:r>
              <a:rPr lang="en-US" sz="2400" b="1" dirty="0">
                <a:solidFill>
                  <a:srgbClr val="F4EEF2"/>
                </a:solidFill>
                <a:latin typeface="Calibri" pitchFamily="34" charset="0"/>
                <a:ea typeface="Calibri" pitchFamily="34" charset="-122"/>
                <a:cs typeface="Calibri" pitchFamily="34" charset="-120"/>
              </a:rPr>
              <a:t>Artem</a:t>
            </a:r>
            <a:endParaRPr lang="en-US" sz="2400" dirty="0"/>
          </a:p>
        </p:txBody>
      </p:sp>
      <p:sp>
        <p:nvSpPr>
          <p:cNvPr id="7" name="a02u_28"/>
          <p:cNvSpPr txBox="1"/>
          <p:nvPr/>
        </p:nvSpPr>
        <p:spPr>
          <a:xfrm>
            <a:off x="960120" y="2651760"/>
            <a:ext cx="4724248" cy="914400"/>
          </a:xfrm>
          <a:prstGeom prst="rect">
            <a:avLst/>
          </a:prstGeom>
          <a:noFill/>
          <a:ln/>
        </p:spPr>
        <p:txBody>
          <a:bodyPr wrap="square" lIns="0" tIns="0" rIns="0" bIns="0" rtlCol="0" anchor="t"/>
          <a:lstStyle/>
          <a:p>
            <a:pPr marL="0" indent="0">
              <a:buNone/>
            </a:pPr>
            <a:r>
              <a:rPr lang="en-US" sz="1700" dirty="0">
                <a:solidFill>
                  <a:srgbClr val="BBA9B6"/>
                </a:solidFill>
                <a:latin typeface="Calibri" pitchFamily="34" charset="0"/>
                <a:ea typeface="Calibri" pitchFamily="34" charset="-122"/>
                <a:cs typeface="Calibri" pitchFamily="34" charset="-120"/>
              </a:rPr>
              <a:t>Basis, stoelen kiezen, de API en de merges in Git.</a:t>
            </a:r>
            <a:endParaRPr lang="en-US" sz="1700" dirty="0"/>
          </a:p>
        </p:txBody>
      </p:sp>
      <p:sp>
        <p:nvSpPr>
          <p:cNvPr id="8" name="a03u_29"/>
          <p:cNvSpPr/>
          <p:nvPr/>
        </p:nvSpPr>
        <p:spPr>
          <a:xfrm>
            <a:off x="6233008" y="1920240"/>
            <a:ext cx="5272888" cy="1828800"/>
          </a:xfrm>
          <a:prstGeom prst="roundRect">
            <a:avLst>
              <a:gd name="adj" fmla="val 6000"/>
            </a:avLst>
          </a:prstGeom>
          <a:solidFill>
            <a:srgbClr val="231B27"/>
          </a:solidFill>
          <a:ln w="25400">
            <a:solidFill>
              <a:srgbClr val="7FB2F0"/>
            </a:solidFill>
            <a:prstDash val="solid"/>
          </a:ln>
        </p:spPr>
        <p:txBody>
          <a:bodyPr/>
          <a:lstStyle/>
          <a:p>
            <a:endParaRPr lang="en-NL"/>
          </a:p>
        </p:txBody>
      </p:sp>
      <p:sp>
        <p:nvSpPr>
          <p:cNvPr id="9" name="a03u_30"/>
          <p:cNvSpPr/>
          <p:nvPr/>
        </p:nvSpPr>
        <p:spPr>
          <a:xfrm>
            <a:off x="6507328" y="2286000"/>
            <a:ext cx="146304" cy="146304"/>
          </a:xfrm>
          <a:prstGeom prst="ellipse">
            <a:avLst/>
          </a:prstGeom>
          <a:solidFill>
            <a:srgbClr val="7FB2F0"/>
          </a:solidFill>
          <a:ln w="12700">
            <a:solidFill>
              <a:srgbClr val="7FB2F0"/>
            </a:solidFill>
            <a:prstDash val="solid"/>
          </a:ln>
        </p:spPr>
        <p:txBody>
          <a:bodyPr/>
          <a:lstStyle/>
          <a:p>
            <a:endParaRPr lang="en-NL"/>
          </a:p>
        </p:txBody>
      </p:sp>
      <p:sp>
        <p:nvSpPr>
          <p:cNvPr id="10" name="a03u_31"/>
          <p:cNvSpPr txBox="1"/>
          <p:nvPr/>
        </p:nvSpPr>
        <p:spPr>
          <a:xfrm>
            <a:off x="6763360" y="2194560"/>
            <a:ext cx="4724248" cy="365760"/>
          </a:xfrm>
          <a:prstGeom prst="rect">
            <a:avLst/>
          </a:prstGeom>
          <a:noFill/>
          <a:ln/>
        </p:spPr>
        <p:txBody>
          <a:bodyPr wrap="square" lIns="0" tIns="0" rIns="0" bIns="0" rtlCol="0" anchor="ctr"/>
          <a:lstStyle/>
          <a:p>
            <a:pPr marL="0" indent="0">
              <a:buNone/>
            </a:pPr>
            <a:r>
              <a:rPr lang="en-US" sz="2400" b="1" dirty="0">
                <a:solidFill>
                  <a:srgbClr val="F4EEF2"/>
                </a:solidFill>
                <a:latin typeface="Calibri" pitchFamily="34" charset="0"/>
                <a:ea typeface="Calibri" pitchFamily="34" charset="-122"/>
                <a:cs typeface="Calibri" pitchFamily="34" charset="-120"/>
              </a:rPr>
              <a:t>Ivan</a:t>
            </a:r>
            <a:endParaRPr lang="en-US" sz="2400" dirty="0"/>
          </a:p>
        </p:txBody>
      </p:sp>
      <p:sp>
        <p:nvSpPr>
          <p:cNvPr id="11" name="a03u_32"/>
          <p:cNvSpPr txBox="1"/>
          <p:nvPr/>
        </p:nvSpPr>
        <p:spPr>
          <a:xfrm>
            <a:off x="6507328" y="2651760"/>
            <a:ext cx="4724248" cy="914400"/>
          </a:xfrm>
          <a:prstGeom prst="rect">
            <a:avLst/>
          </a:prstGeom>
          <a:noFill/>
          <a:ln/>
        </p:spPr>
        <p:txBody>
          <a:bodyPr wrap="square" lIns="0" tIns="0" rIns="0" bIns="0" rtlCol="0" anchor="t"/>
          <a:lstStyle/>
          <a:p>
            <a:pPr marL="0" indent="0">
              <a:buNone/>
            </a:pPr>
            <a:r>
              <a:rPr lang="en-US" sz="1700" dirty="0">
                <a:solidFill>
                  <a:srgbClr val="BBA9B6"/>
                </a:solidFill>
                <a:latin typeface="Calibri" pitchFamily="34" charset="0"/>
                <a:ea typeface="Calibri" pitchFamily="34" charset="-122"/>
                <a:cs typeface="Calibri" pitchFamily="34" charset="-120"/>
              </a:rPr>
              <a:t>Database, reserveren en het beheerscherm.</a:t>
            </a:r>
            <a:endParaRPr lang="en-US" sz="1700" dirty="0"/>
          </a:p>
        </p:txBody>
      </p:sp>
      <p:sp>
        <p:nvSpPr>
          <p:cNvPr id="12" name="a04u_33"/>
          <p:cNvSpPr/>
          <p:nvPr/>
        </p:nvSpPr>
        <p:spPr>
          <a:xfrm>
            <a:off x="685800" y="3977640"/>
            <a:ext cx="5272888" cy="1828800"/>
          </a:xfrm>
          <a:prstGeom prst="roundRect">
            <a:avLst>
              <a:gd name="adj" fmla="val 6000"/>
            </a:avLst>
          </a:prstGeom>
          <a:solidFill>
            <a:srgbClr val="231B27"/>
          </a:solidFill>
          <a:ln w="25400">
            <a:solidFill>
              <a:srgbClr val="6FCFB2"/>
            </a:solidFill>
            <a:prstDash val="solid"/>
          </a:ln>
        </p:spPr>
        <p:txBody>
          <a:bodyPr/>
          <a:lstStyle/>
          <a:p>
            <a:endParaRPr lang="en-NL"/>
          </a:p>
        </p:txBody>
      </p:sp>
      <p:sp>
        <p:nvSpPr>
          <p:cNvPr id="13" name="a04u_34"/>
          <p:cNvSpPr/>
          <p:nvPr/>
        </p:nvSpPr>
        <p:spPr>
          <a:xfrm>
            <a:off x="960120" y="4343400"/>
            <a:ext cx="146304" cy="146304"/>
          </a:xfrm>
          <a:prstGeom prst="ellipse">
            <a:avLst/>
          </a:prstGeom>
          <a:solidFill>
            <a:srgbClr val="6FCFB2"/>
          </a:solidFill>
          <a:ln w="12700">
            <a:solidFill>
              <a:srgbClr val="6FCFB2"/>
            </a:solidFill>
            <a:prstDash val="solid"/>
          </a:ln>
        </p:spPr>
        <p:txBody>
          <a:bodyPr/>
          <a:lstStyle/>
          <a:p>
            <a:endParaRPr lang="en-NL"/>
          </a:p>
        </p:txBody>
      </p:sp>
      <p:sp>
        <p:nvSpPr>
          <p:cNvPr id="14" name="a04u_35"/>
          <p:cNvSpPr txBox="1"/>
          <p:nvPr/>
        </p:nvSpPr>
        <p:spPr>
          <a:xfrm>
            <a:off x="1216152" y="4251960"/>
            <a:ext cx="4724248" cy="365760"/>
          </a:xfrm>
          <a:prstGeom prst="rect">
            <a:avLst/>
          </a:prstGeom>
          <a:noFill/>
          <a:ln/>
        </p:spPr>
        <p:txBody>
          <a:bodyPr wrap="square" lIns="0" tIns="0" rIns="0" bIns="0" rtlCol="0" anchor="ctr"/>
          <a:lstStyle/>
          <a:p>
            <a:pPr marL="0" indent="0">
              <a:buNone/>
            </a:pPr>
            <a:r>
              <a:rPr lang="en-US" sz="2400" b="1" dirty="0">
                <a:solidFill>
                  <a:srgbClr val="F4EEF2"/>
                </a:solidFill>
                <a:latin typeface="Calibri" pitchFamily="34" charset="0"/>
                <a:ea typeface="Calibri" pitchFamily="34" charset="-122"/>
                <a:cs typeface="Calibri" pitchFamily="34" charset="-120"/>
              </a:rPr>
              <a:t>Lucas</a:t>
            </a:r>
            <a:endParaRPr lang="en-US" sz="2400" dirty="0"/>
          </a:p>
        </p:txBody>
      </p:sp>
      <p:sp>
        <p:nvSpPr>
          <p:cNvPr id="15" name="a04u_36"/>
          <p:cNvSpPr txBox="1"/>
          <p:nvPr/>
        </p:nvSpPr>
        <p:spPr>
          <a:xfrm>
            <a:off x="960120" y="4709160"/>
            <a:ext cx="4724248" cy="914400"/>
          </a:xfrm>
          <a:prstGeom prst="rect">
            <a:avLst/>
          </a:prstGeom>
          <a:noFill/>
          <a:ln/>
        </p:spPr>
        <p:txBody>
          <a:bodyPr wrap="square" lIns="0" tIns="0" rIns="0" bIns="0" rtlCol="0" anchor="t"/>
          <a:lstStyle/>
          <a:p>
            <a:pPr marL="0" indent="0">
              <a:buNone/>
            </a:pPr>
            <a:r>
              <a:rPr lang="en-US" sz="1700" dirty="0">
                <a:solidFill>
                  <a:srgbClr val="BBA9B6"/>
                </a:solidFill>
                <a:latin typeface="Calibri" pitchFamily="34" charset="0"/>
                <a:ea typeface="Calibri" pitchFamily="34" charset="-122"/>
                <a:cs typeface="Calibri" pitchFamily="34" charset="-120"/>
              </a:rPr>
              <a:t>Header, footer, filmagenda en filmdetail.</a:t>
            </a:r>
            <a:endParaRPr lang="en-US" sz="1700" dirty="0"/>
          </a:p>
        </p:txBody>
      </p:sp>
      <p:sp>
        <p:nvSpPr>
          <p:cNvPr id="16" name="a05u_37"/>
          <p:cNvSpPr/>
          <p:nvPr/>
        </p:nvSpPr>
        <p:spPr>
          <a:xfrm>
            <a:off x="6233008" y="3977640"/>
            <a:ext cx="5272888" cy="1828800"/>
          </a:xfrm>
          <a:prstGeom prst="roundRect">
            <a:avLst>
              <a:gd name="adj" fmla="val 6000"/>
            </a:avLst>
          </a:prstGeom>
          <a:solidFill>
            <a:srgbClr val="231B27"/>
          </a:solidFill>
          <a:ln w="25400">
            <a:solidFill>
              <a:srgbClr val="F0A56B"/>
            </a:solidFill>
            <a:prstDash val="solid"/>
          </a:ln>
        </p:spPr>
        <p:txBody>
          <a:bodyPr/>
          <a:lstStyle/>
          <a:p>
            <a:endParaRPr lang="en-NL"/>
          </a:p>
        </p:txBody>
      </p:sp>
      <p:sp>
        <p:nvSpPr>
          <p:cNvPr id="17" name="a05u_38"/>
          <p:cNvSpPr/>
          <p:nvPr/>
        </p:nvSpPr>
        <p:spPr>
          <a:xfrm>
            <a:off x="6507328" y="4343400"/>
            <a:ext cx="146304" cy="146304"/>
          </a:xfrm>
          <a:prstGeom prst="ellipse">
            <a:avLst/>
          </a:prstGeom>
          <a:solidFill>
            <a:srgbClr val="F0A56B"/>
          </a:solidFill>
          <a:ln w="12700">
            <a:solidFill>
              <a:srgbClr val="F0A56B"/>
            </a:solidFill>
            <a:prstDash val="solid"/>
          </a:ln>
        </p:spPr>
        <p:txBody>
          <a:bodyPr/>
          <a:lstStyle/>
          <a:p>
            <a:endParaRPr lang="en-NL"/>
          </a:p>
        </p:txBody>
      </p:sp>
      <p:sp>
        <p:nvSpPr>
          <p:cNvPr id="18" name="a05u_39"/>
          <p:cNvSpPr txBox="1"/>
          <p:nvPr/>
        </p:nvSpPr>
        <p:spPr>
          <a:xfrm>
            <a:off x="6763360" y="4251960"/>
            <a:ext cx="4724248" cy="365760"/>
          </a:xfrm>
          <a:prstGeom prst="rect">
            <a:avLst/>
          </a:prstGeom>
          <a:noFill/>
          <a:ln/>
        </p:spPr>
        <p:txBody>
          <a:bodyPr wrap="square" lIns="0" tIns="0" rIns="0" bIns="0" rtlCol="0" anchor="ctr"/>
          <a:lstStyle/>
          <a:p>
            <a:pPr marL="0" indent="0">
              <a:buNone/>
            </a:pPr>
            <a:r>
              <a:rPr lang="en-US" sz="2400" b="1" dirty="0">
                <a:solidFill>
                  <a:srgbClr val="F4EEF2"/>
                </a:solidFill>
                <a:latin typeface="Calibri" pitchFamily="34" charset="0"/>
                <a:ea typeface="Calibri" pitchFamily="34" charset="-122"/>
                <a:cs typeface="Calibri" pitchFamily="34" charset="-120"/>
              </a:rPr>
              <a:t>Deny</a:t>
            </a:r>
            <a:endParaRPr lang="en-US" sz="2400" dirty="0"/>
          </a:p>
        </p:txBody>
      </p:sp>
      <p:sp>
        <p:nvSpPr>
          <p:cNvPr id="19" name="a05u_40"/>
          <p:cNvSpPr txBox="1"/>
          <p:nvPr/>
        </p:nvSpPr>
        <p:spPr>
          <a:xfrm>
            <a:off x="6507328" y="4709160"/>
            <a:ext cx="4724248" cy="914400"/>
          </a:xfrm>
          <a:prstGeom prst="rect">
            <a:avLst/>
          </a:prstGeom>
          <a:noFill/>
          <a:ln/>
        </p:spPr>
        <p:txBody>
          <a:bodyPr wrap="square" lIns="0" tIns="0" rIns="0" bIns="0" rtlCol="0" anchor="t"/>
          <a:lstStyle/>
          <a:p>
            <a:pPr marL="0" indent="0">
              <a:buNone/>
            </a:pPr>
            <a:r>
              <a:rPr lang="en-US" sz="1700" dirty="0">
                <a:solidFill>
                  <a:srgbClr val="BBA9B6"/>
                </a:solidFill>
                <a:latin typeface="Calibri" pitchFamily="34" charset="0"/>
                <a:ea typeface="Calibri" pitchFamily="34" charset="-122"/>
                <a:cs typeface="Calibri" pitchFamily="34" charset="-120"/>
              </a:rPr>
              <a:t>Homepage, het design en Tailwind CSS.</a:t>
            </a:r>
            <a:endParaRPr lang="en-US" sz="1700" dirty="0"/>
          </a:p>
        </p:txBody>
      </p:sp>
      <p:sp>
        <p:nvSpPr>
          <p:cNvPr id="20" name="Text 18"/>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21" name="Text 19"/>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Lucas · 3/20</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14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additive="base">
                                        <p:cTn id="8" dur="600" fill="hold"/>
                                        <p:tgtEl>
                                          <p:spTgt spid="2"/>
                                        </p:tgtEl>
                                        <p:attrNameLst>
                                          <p:attrName>ppt_x</p:attrName>
                                        </p:attrNameLst>
                                      </p:cBhvr>
                                      <p:tavLst>
                                        <p:tav tm="0">
                                          <p:val>
                                            <p:strVal val="#ppt_x"/>
                                          </p:val>
                                        </p:tav>
                                        <p:tav tm="100000">
                                          <p:val>
                                            <p:strVal val="#ppt_x"/>
                                          </p:val>
                                        </p:tav>
                                      </p:tavLst>
                                    </p:anim>
                                    <p:anim calcmode="lin" valueType="num">
                                      <p:cBhvr additive="base">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850"/>
                            </p:stCondLst>
                            <p:childTnLst>
                              <p:par>
                                <p:cTn id="16" presetID="42"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ppt_x</p:attrName>
                                        </p:attrNameLst>
                                      </p:cBhvr>
                                      <p:tavLst>
                                        <p:tav tm="0">
                                          <p:val>
                                            <p:strVal val="#ppt_x"/>
                                          </p:val>
                                        </p:tav>
                                        <p:tav tm="100000">
                                          <p:val>
                                            <p:strVal val="#ppt_x"/>
                                          </p:val>
                                        </p:tav>
                                      </p:tavLst>
                                    </p:anim>
                                    <p:anim calcmode="lin" valueType="num">
                                      <p:cBhvr additive="base">
                                        <p:cTn id="20" dur="600" fill="hold"/>
                                        <p:tgtEl>
                                          <p:spTgt spid="4"/>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600"/>
                                        <p:tgtEl>
                                          <p:spTgt spid="5"/>
                                        </p:tgtEl>
                                      </p:cBhvr>
                                    </p:animEffect>
                                    <p:anim calcmode="lin" valueType="num">
                                      <p:cBhvr additive="base">
                                        <p:cTn id="24" dur="600" fill="hold"/>
                                        <p:tgtEl>
                                          <p:spTgt spid="5"/>
                                        </p:tgtEl>
                                        <p:attrNameLst>
                                          <p:attrName>ppt_x</p:attrName>
                                        </p:attrNameLst>
                                      </p:cBhvr>
                                      <p:tavLst>
                                        <p:tav tm="0">
                                          <p:val>
                                            <p:strVal val="#ppt_x"/>
                                          </p:val>
                                        </p:tav>
                                        <p:tav tm="100000">
                                          <p:val>
                                            <p:strVal val="#ppt_x"/>
                                          </p:val>
                                        </p:tav>
                                      </p:tavLst>
                                    </p:anim>
                                    <p:anim calcmode="lin" valueType="num">
                                      <p:cBhvr additive="base">
                                        <p:cTn id="25" dur="600" fill="hold"/>
                                        <p:tgtEl>
                                          <p:spTgt spid="5"/>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additive="base">
                                        <p:cTn id="29" dur="600" fill="hold"/>
                                        <p:tgtEl>
                                          <p:spTgt spid="6"/>
                                        </p:tgtEl>
                                        <p:attrNameLst>
                                          <p:attrName>ppt_x</p:attrName>
                                        </p:attrNameLst>
                                      </p:cBhvr>
                                      <p:tavLst>
                                        <p:tav tm="0">
                                          <p:val>
                                            <p:strVal val="#ppt_x"/>
                                          </p:val>
                                        </p:tav>
                                        <p:tav tm="100000">
                                          <p:val>
                                            <p:strVal val="#ppt_x"/>
                                          </p:val>
                                        </p:tav>
                                      </p:tavLst>
                                    </p:anim>
                                    <p:anim calcmode="lin" valueType="num">
                                      <p:cBhvr additive="base">
                                        <p:cTn id="30" dur="600" fill="hold"/>
                                        <p:tgtEl>
                                          <p:spTgt spid="6"/>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600"/>
                                        <p:tgtEl>
                                          <p:spTgt spid="7"/>
                                        </p:tgtEl>
                                      </p:cBhvr>
                                    </p:animEffect>
                                    <p:anim calcmode="lin" valueType="num">
                                      <p:cBhvr additive="base">
                                        <p:cTn id="34" dur="600" fill="hold"/>
                                        <p:tgtEl>
                                          <p:spTgt spid="7"/>
                                        </p:tgtEl>
                                        <p:attrNameLst>
                                          <p:attrName>ppt_x</p:attrName>
                                        </p:attrNameLst>
                                      </p:cBhvr>
                                      <p:tavLst>
                                        <p:tav tm="0">
                                          <p:val>
                                            <p:strVal val="#ppt_x"/>
                                          </p:val>
                                        </p:tav>
                                        <p:tav tm="100000">
                                          <p:val>
                                            <p:strVal val="#ppt_x"/>
                                          </p:val>
                                        </p:tav>
                                      </p:tavLst>
                                    </p:anim>
                                    <p:anim calcmode="lin" valueType="num">
                                      <p:cBhvr additive="base">
                                        <p:cTn id="35" dur="600" fill="hold"/>
                                        <p:tgtEl>
                                          <p:spTgt spid="7"/>
                                        </p:tgtEl>
                                        <p:attrNameLst>
                                          <p:attrName>ppt_y</p:attrName>
                                        </p:attrNameLst>
                                      </p:cBhvr>
                                      <p:tavLst>
                                        <p:tav tm="0">
                                          <p:val>
                                            <p:strVal val="#ppt_y+.1"/>
                                          </p:val>
                                        </p:tav>
                                        <p:tav tm="100000">
                                          <p:val>
                                            <p:strVal val="#ppt_y"/>
                                          </p:val>
                                        </p:tav>
                                      </p:tavLst>
                                    </p:anim>
                                  </p:childTnLst>
                                </p:cTn>
                              </p:par>
                            </p:childTnLst>
                          </p:cTn>
                        </p:par>
                        <p:par>
                          <p:cTn id="36" fill="hold">
                            <p:stCondLst>
                              <p:cond delay="1300"/>
                            </p:stCondLst>
                            <p:childTnLst>
                              <p:par>
                                <p:cTn id="37" presetID="42" presetClass="entr" presetSubtype="0" fill="hold"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600"/>
                                        <p:tgtEl>
                                          <p:spTgt spid="8"/>
                                        </p:tgtEl>
                                      </p:cBhvr>
                                    </p:animEffect>
                                    <p:anim calcmode="lin" valueType="num">
                                      <p:cBhvr additive="base">
                                        <p:cTn id="40" dur="600" fill="hold"/>
                                        <p:tgtEl>
                                          <p:spTgt spid="8"/>
                                        </p:tgtEl>
                                        <p:attrNameLst>
                                          <p:attrName>ppt_x</p:attrName>
                                        </p:attrNameLst>
                                      </p:cBhvr>
                                      <p:tavLst>
                                        <p:tav tm="0">
                                          <p:val>
                                            <p:strVal val="#ppt_x"/>
                                          </p:val>
                                        </p:tav>
                                        <p:tav tm="100000">
                                          <p:val>
                                            <p:strVal val="#ppt_x"/>
                                          </p:val>
                                        </p:tav>
                                      </p:tavLst>
                                    </p:anim>
                                    <p:anim calcmode="lin" valueType="num">
                                      <p:cBhvr additive="base">
                                        <p:cTn id="41" dur="600" fill="hold"/>
                                        <p:tgtEl>
                                          <p:spTgt spid="8"/>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600"/>
                                        <p:tgtEl>
                                          <p:spTgt spid="9"/>
                                        </p:tgtEl>
                                      </p:cBhvr>
                                    </p:animEffect>
                                    <p:anim calcmode="lin" valueType="num">
                                      <p:cBhvr additive="base">
                                        <p:cTn id="45" dur="600" fill="hold"/>
                                        <p:tgtEl>
                                          <p:spTgt spid="9"/>
                                        </p:tgtEl>
                                        <p:attrNameLst>
                                          <p:attrName>ppt_x</p:attrName>
                                        </p:attrNameLst>
                                      </p:cBhvr>
                                      <p:tavLst>
                                        <p:tav tm="0">
                                          <p:val>
                                            <p:strVal val="#ppt_x"/>
                                          </p:val>
                                        </p:tav>
                                        <p:tav tm="100000">
                                          <p:val>
                                            <p:strVal val="#ppt_x"/>
                                          </p:val>
                                        </p:tav>
                                      </p:tavLst>
                                    </p:anim>
                                    <p:anim calcmode="lin" valueType="num">
                                      <p:cBhvr additive="base">
                                        <p:cTn id="46" dur="600" fill="hold"/>
                                        <p:tgtEl>
                                          <p:spTgt spid="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600"/>
                                        <p:tgtEl>
                                          <p:spTgt spid="10"/>
                                        </p:tgtEl>
                                      </p:cBhvr>
                                    </p:animEffect>
                                    <p:anim calcmode="lin" valueType="num">
                                      <p:cBhvr additive="base">
                                        <p:cTn id="50" dur="600" fill="hold"/>
                                        <p:tgtEl>
                                          <p:spTgt spid="10"/>
                                        </p:tgtEl>
                                        <p:attrNameLst>
                                          <p:attrName>ppt_x</p:attrName>
                                        </p:attrNameLst>
                                      </p:cBhvr>
                                      <p:tavLst>
                                        <p:tav tm="0">
                                          <p:val>
                                            <p:strVal val="#ppt_x"/>
                                          </p:val>
                                        </p:tav>
                                        <p:tav tm="100000">
                                          <p:val>
                                            <p:strVal val="#ppt_x"/>
                                          </p:val>
                                        </p:tav>
                                      </p:tavLst>
                                    </p:anim>
                                    <p:anim calcmode="lin" valueType="num">
                                      <p:cBhvr additive="base">
                                        <p:cTn id="51" dur="600" fill="hold"/>
                                        <p:tgtEl>
                                          <p:spTgt spid="10"/>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600"/>
                                        <p:tgtEl>
                                          <p:spTgt spid="11"/>
                                        </p:tgtEl>
                                      </p:cBhvr>
                                    </p:animEffect>
                                    <p:anim calcmode="lin" valueType="num">
                                      <p:cBhvr additive="base">
                                        <p:cTn id="55" dur="600" fill="hold"/>
                                        <p:tgtEl>
                                          <p:spTgt spid="11"/>
                                        </p:tgtEl>
                                        <p:attrNameLst>
                                          <p:attrName>ppt_x</p:attrName>
                                        </p:attrNameLst>
                                      </p:cBhvr>
                                      <p:tavLst>
                                        <p:tav tm="0">
                                          <p:val>
                                            <p:strVal val="#ppt_x"/>
                                          </p:val>
                                        </p:tav>
                                        <p:tav tm="100000">
                                          <p:val>
                                            <p:strVal val="#ppt_x"/>
                                          </p:val>
                                        </p:tav>
                                      </p:tavLst>
                                    </p:anim>
                                    <p:anim calcmode="lin" valueType="num">
                                      <p:cBhvr additive="base">
                                        <p:cTn id="56" dur="600" fill="hold"/>
                                        <p:tgtEl>
                                          <p:spTgt spid="11"/>
                                        </p:tgtEl>
                                        <p:attrNameLst>
                                          <p:attrName>ppt_y</p:attrName>
                                        </p:attrNameLst>
                                      </p:cBhvr>
                                      <p:tavLst>
                                        <p:tav tm="0">
                                          <p:val>
                                            <p:strVal val="#ppt_y+.1"/>
                                          </p:val>
                                        </p:tav>
                                        <p:tav tm="100000">
                                          <p:val>
                                            <p:strVal val="#ppt_y"/>
                                          </p:val>
                                        </p:tav>
                                      </p:tavLst>
                                    </p:anim>
                                  </p:childTnLst>
                                </p:cTn>
                              </p:par>
                            </p:childTnLst>
                          </p:cTn>
                        </p:par>
                        <p:par>
                          <p:cTn id="57" fill="hold">
                            <p:stCondLst>
                              <p:cond delay="1750"/>
                            </p:stCondLst>
                            <p:childTnLst>
                              <p:par>
                                <p:cTn id="58" presetID="42" presetClass="entr" presetSubtype="0" fill="hold" nodeType="after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600"/>
                                        <p:tgtEl>
                                          <p:spTgt spid="12"/>
                                        </p:tgtEl>
                                      </p:cBhvr>
                                    </p:animEffect>
                                    <p:anim calcmode="lin" valueType="num">
                                      <p:cBhvr additive="base">
                                        <p:cTn id="61" dur="600" fill="hold"/>
                                        <p:tgtEl>
                                          <p:spTgt spid="12"/>
                                        </p:tgtEl>
                                        <p:attrNameLst>
                                          <p:attrName>ppt_x</p:attrName>
                                        </p:attrNameLst>
                                      </p:cBhvr>
                                      <p:tavLst>
                                        <p:tav tm="0">
                                          <p:val>
                                            <p:strVal val="#ppt_x"/>
                                          </p:val>
                                        </p:tav>
                                        <p:tav tm="100000">
                                          <p:val>
                                            <p:strVal val="#ppt_x"/>
                                          </p:val>
                                        </p:tav>
                                      </p:tavLst>
                                    </p:anim>
                                    <p:anim calcmode="lin" valueType="num">
                                      <p:cBhvr additive="base">
                                        <p:cTn id="62" dur="600" fill="hold"/>
                                        <p:tgtEl>
                                          <p:spTgt spid="12"/>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600"/>
                                        <p:tgtEl>
                                          <p:spTgt spid="13"/>
                                        </p:tgtEl>
                                      </p:cBhvr>
                                    </p:animEffect>
                                    <p:anim calcmode="lin" valueType="num">
                                      <p:cBhvr additive="base">
                                        <p:cTn id="66" dur="600" fill="hold"/>
                                        <p:tgtEl>
                                          <p:spTgt spid="13"/>
                                        </p:tgtEl>
                                        <p:attrNameLst>
                                          <p:attrName>ppt_x</p:attrName>
                                        </p:attrNameLst>
                                      </p:cBhvr>
                                      <p:tavLst>
                                        <p:tav tm="0">
                                          <p:val>
                                            <p:strVal val="#ppt_x"/>
                                          </p:val>
                                        </p:tav>
                                        <p:tav tm="100000">
                                          <p:val>
                                            <p:strVal val="#ppt_x"/>
                                          </p:val>
                                        </p:tav>
                                      </p:tavLst>
                                    </p:anim>
                                    <p:anim calcmode="lin" valueType="num">
                                      <p:cBhvr additive="base">
                                        <p:cTn id="67" dur="600" fill="hold"/>
                                        <p:tgtEl>
                                          <p:spTgt spid="13"/>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600"/>
                                        <p:tgtEl>
                                          <p:spTgt spid="14"/>
                                        </p:tgtEl>
                                      </p:cBhvr>
                                    </p:animEffect>
                                    <p:anim calcmode="lin" valueType="num">
                                      <p:cBhvr additive="base">
                                        <p:cTn id="71" dur="600" fill="hold"/>
                                        <p:tgtEl>
                                          <p:spTgt spid="14"/>
                                        </p:tgtEl>
                                        <p:attrNameLst>
                                          <p:attrName>ppt_x</p:attrName>
                                        </p:attrNameLst>
                                      </p:cBhvr>
                                      <p:tavLst>
                                        <p:tav tm="0">
                                          <p:val>
                                            <p:strVal val="#ppt_x"/>
                                          </p:val>
                                        </p:tav>
                                        <p:tav tm="100000">
                                          <p:val>
                                            <p:strVal val="#ppt_x"/>
                                          </p:val>
                                        </p:tav>
                                      </p:tavLst>
                                    </p:anim>
                                    <p:anim calcmode="lin" valueType="num">
                                      <p:cBhvr additive="base">
                                        <p:cTn id="72" dur="600" fill="hold"/>
                                        <p:tgtEl>
                                          <p:spTgt spid="14"/>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fade">
                                      <p:cBhvr>
                                        <p:cTn id="75" dur="600"/>
                                        <p:tgtEl>
                                          <p:spTgt spid="15"/>
                                        </p:tgtEl>
                                      </p:cBhvr>
                                    </p:animEffect>
                                    <p:anim calcmode="lin" valueType="num">
                                      <p:cBhvr additive="base">
                                        <p:cTn id="76" dur="600" fill="hold"/>
                                        <p:tgtEl>
                                          <p:spTgt spid="15"/>
                                        </p:tgtEl>
                                        <p:attrNameLst>
                                          <p:attrName>ppt_x</p:attrName>
                                        </p:attrNameLst>
                                      </p:cBhvr>
                                      <p:tavLst>
                                        <p:tav tm="0">
                                          <p:val>
                                            <p:strVal val="#ppt_x"/>
                                          </p:val>
                                        </p:tav>
                                        <p:tav tm="100000">
                                          <p:val>
                                            <p:strVal val="#ppt_x"/>
                                          </p:val>
                                        </p:tav>
                                      </p:tavLst>
                                    </p:anim>
                                    <p:anim calcmode="lin" valueType="num">
                                      <p:cBhvr additive="base">
                                        <p:cTn id="77" dur="600" fill="hold"/>
                                        <p:tgtEl>
                                          <p:spTgt spid="15"/>
                                        </p:tgtEl>
                                        <p:attrNameLst>
                                          <p:attrName>ppt_y</p:attrName>
                                        </p:attrNameLst>
                                      </p:cBhvr>
                                      <p:tavLst>
                                        <p:tav tm="0">
                                          <p:val>
                                            <p:strVal val="#ppt_y+.1"/>
                                          </p:val>
                                        </p:tav>
                                        <p:tav tm="100000">
                                          <p:val>
                                            <p:strVal val="#ppt_y"/>
                                          </p:val>
                                        </p:tav>
                                      </p:tavLst>
                                    </p:anim>
                                  </p:childTnLst>
                                </p:cTn>
                              </p:par>
                            </p:childTnLst>
                          </p:cTn>
                        </p:par>
                        <p:par>
                          <p:cTn id="78" fill="hold">
                            <p:stCondLst>
                              <p:cond delay="2200"/>
                            </p:stCondLst>
                            <p:childTnLst>
                              <p:par>
                                <p:cTn id="79" presetID="42" presetClass="entr" presetSubtype="0" fill="hold" nodeType="after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600"/>
                                        <p:tgtEl>
                                          <p:spTgt spid="16"/>
                                        </p:tgtEl>
                                      </p:cBhvr>
                                    </p:animEffect>
                                    <p:anim calcmode="lin" valueType="num">
                                      <p:cBhvr additive="base">
                                        <p:cTn id="82" dur="600" fill="hold"/>
                                        <p:tgtEl>
                                          <p:spTgt spid="16"/>
                                        </p:tgtEl>
                                        <p:attrNameLst>
                                          <p:attrName>ppt_x</p:attrName>
                                        </p:attrNameLst>
                                      </p:cBhvr>
                                      <p:tavLst>
                                        <p:tav tm="0">
                                          <p:val>
                                            <p:strVal val="#ppt_x"/>
                                          </p:val>
                                        </p:tav>
                                        <p:tav tm="100000">
                                          <p:val>
                                            <p:strVal val="#ppt_x"/>
                                          </p:val>
                                        </p:tav>
                                      </p:tavLst>
                                    </p:anim>
                                    <p:anim calcmode="lin" valueType="num">
                                      <p:cBhvr additive="base">
                                        <p:cTn id="83" dur="600" fill="hold"/>
                                        <p:tgtEl>
                                          <p:spTgt spid="16"/>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fade">
                                      <p:cBhvr>
                                        <p:cTn id="86" dur="600"/>
                                        <p:tgtEl>
                                          <p:spTgt spid="17"/>
                                        </p:tgtEl>
                                      </p:cBhvr>
                                    </p:animEffect>
                                    <p:anim calcmode="lin" valueType="num">
                                      <p:cBhvr additive="base">
                                        <p:cTn id="87" dur="600" fill="hold"/>
                                        <p:tgtEl>
                                          <p:spTgt spid="17"/>
                                        </p:tgtEl>
                                        <p:attrNameLst>
                                          <p:attrName>ppt_x</p:attrName>
                                        </p:attrNameLst>
                                      </p:cBhvr>
                                      <p:tavLst>
                                        <p:tav tm="0">
                                          <p:val>
                                            <p:strVal val="#ppt_x"/>
                                          </p:val>
                                        </p:tav>
                                        <p:tav tm="100000">
                                          <p:val>
                                            <p:strVal val="#ppt_x"/>
                                          </p:val>
                                        </p:tav>
                                      </p:tavLst>
                                    </p:anim>
                                    <p:anim calcmode="lin" valueType="num">
                                      <p:cBhvr additive="base">
                                        <p:cTn id="88" dur="600" fill="hold"/>
                                        <p:tgtEl>
                                          <p:spTgt spid="17"/>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600"/>
                                        <p:tgtEl>
                                          <p:spTgt spid="18"/>
                                        </p:tgtEl>
                                      </p:cBhvr>
                                    </p:animEffect>
                                    <p:anim calcmode="lin" valueType="num">
                                      <p:cBhvr additive="base">
                                        <p:cTn id="92" dur="600" fill="hold"/>
                                        <p:tgtEl>
                                          <p:spTgt spid="18"/>
                                        </p:tgtEl>
                                        <p:attrNameLst>
                                          <p:attrName>ppt_x</p:attrName>
                                        </p:attrNameLst>
                                      </p:cBhvr>
                                      <p:tavLst>
                                        <p:tav tm="0">
                                          <p:val>
                                            <p:strVal val="#ppt_x"/>
                                          </p:val>
                                        </p:tav>
                                        <p:tav tm="100000">
                                          <p:val>
                                            <p:strVal val="#ppt_x"/>
                                          </p:val>
                                        </p:tav>
                                      </p:tavLst>
                                    </p:anim>
                                    <p:anim calcmode="lin" valueType="num">
                                      <p:cBhvr additive="base">
                                        <p:cTn id="93" dur="600" fill="hold"/>
                                        <p:tgtEl>
                                          <p:spTgt spid="18"/>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600"/>
                                        <p:tgtEl>
                                          <p:spTgt spid="19"/>
                                        </p:tgtEl>
                                      </p:cBhvr>
                                    </p:animEffect>
                                    <p:anim calcmode="lin" valueType="num">
                                      <p:cBhvr additive="base">
                                        <p:cTn id="97" dur="600" fill="hold"/>
                                        <p:tgtEl>
                                          <p:spTgt spid="19"/>
                                        </p:tgtEl>
                                        <p:attrNameLst>
                                          <p:attrName>ppt_x</p:attrName>
                                        </p:attrNameLst>
                                      </p:cBhvr>
                                      <p:tavLst>
                                        <p:tav tm="0">
                                          <p:val>
                                            <p:strVal val="#ppt_x"/>
                                          </p:val>
                                        </p:tav>
                                        <p:tav tm="100000">
                                          <p:val>
                                            <p:strVal val="#ppt_x"/>
                                          </p:val>
                                        </p:tav>
                                      </p:tavLst>
                                    </p:anim>
                                    <p:anim calcmode="lin" valueType="num">
                                      <p:cBhvr additive="base">
                                        <p:cTn id="98" dur="6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10" grpId="0" animBg="1"/>
      <p:bldP spid="11" grpId="0" animBg="1"/>
      <p:bldP spid="14" grpId="0" animBg="1"/>
      <p:bldP spid="15" grpId="0" animBg="1"/>
      <p:bldP spid="18"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016"/>
        </a:solidFill>
        <a:effectLst/>
      </p:bgPr>
    </p:bg>
    <p:spTree>
      <p:nvGrpSpPr>
        <p:cNvPr id="1" name=""/>
        <p:cNvGrpSpPr/>
        <p:nvPr/>
      </p:nvGrpSpPr>
      <p:grpSpPr>
        <a:xfrm>
          <a:off x="0" y="0"/>
          <a:ext cx="0" cy="0"/>
          <a:chOff x="0" y="0"/>
          <a:chExt cx="0" cy="0"/>
        </a:xfrm>
      </p:grpSpPr>
      <p:sp>
        <p:nvSpPr>
          <p:cNvPr id="2" name="a01u_41"/>
          <p:cNvSpPr txBox="1"/>
          <p:nvPr/>
        </p:nvSpPr>
        <p:spPr>
          <a:xfrm>
            <a:off x="685800" y="457200"/>
            <a:ext cx="10820095" cy="292608"/>
          </a:xfrm>
          <a:prstGeom prst="rect">
            <a:avLst/>
          </a:prstGeom>
          <a:noFill/>
          <a:ln/>
        </p:spPr>
        <p:txBody>
          <a:bodyPr wrap="square" lIns="0" tIns="0" rIns="0" bIns="0" rtlCol="0" anchor="ctr"/>
          <a:lstStyle/>
          <a:p>
            <a:pPr marL="0" indent="0">
              <a:buNone/>
            </a:pPr>
            <a:r>
              <a:rPr lang="en-US" sz="1300" b="1" kern="0" spc="300" dirty="0">
                <a:solidFill>
                  <a:srgbClr val="E59BC3"/>
                </a:solidFill>
                <a:latin typeface="Calibri" pitchFamily="34" charset="0"/>
                <a:ea typeface="Calibri" pitchFamily="34" charset="-122"/>
                <a:cs typeface="Calibri" pitchFamily="34" charset="-120"/>
              </a:rPr>
              <a:t>ONZE AANPAK</a:t>
            </a:r>
            <a:endParaRPr lang="en-US" sz="1300" dirty="0"/>
          </a:p>
        </p:txBody>
      </p:sp>
      <p:sp>
        <p:nvSpPr>
          <p:cNvPr id="3" name="a01u_42"/>
          <p:cNvSpPr txBox="1"/>
          <p:nvPr/>
        </p:nvSpPr>
        <p:spPr>
          <a:xfrm>
            <a:off x="685800" y="749808"/>
            <a:ext cx="10820095" cy="731520"/>
          </a:xfrm>
          <a:prstGeom prst="rect">
            <a:avLst/>
          </a:prstGeom>
          <a:noFill/>
          <a:ln/>
        </p:spPr>
        <p:txBody>
          <a:bodyPr wrap="square" lIns="0" tIns="0" rIns="0" bIns="0" rtlCol="0" anchor="t"/>
          <a:lstStyle/>
          <a:p>
            <a:pPr marL="0" indent="0">
              <a:buNone/>
            </a:pPr>
            <a:r>
              <a:rPr lang="en-US" sz="4000" b="1" dirty="0">
                <a:solidFill>
                  <a:srgbClr val="F4EEF2"/>
                </a:solidFill>
                <a:latin typeface="Bahnschrift SemiCondensed" pitchFamily="34" charset="0"/>
                <a:ea typeface="Bahnschrift SemiCondensed" pitchFamily="34" charset="-122"/>
                <a:cs typeface="Bahnschrift SemiCondensed" pitchFamily="34" charset="-120"/>
              </a:rPr>
              <a:t>ZO HEBBEN WE GEWERKT</a:t>
            </a:r>
            <a:endParaRPr lang="en-US" sz="4000" dirty="0"/>
          </a:p>
        </p:txBody>
      </p:sp>
      <p:sp>
        <p:nvSpPr>
          <p:cNvPr id="4" name="a02u_43"/>
          <p:cNvSpPr/>
          <p:nvPr/>
        </p:nvSpPr>
        <p:spPr>
          <a:xfrm>
            <a:off x="685800" y="2011680"/>
            <a:ext cx="2499284" cy="2651760"/>
          </a:xfrm>
          <a:prstGeom prst="roundRect">
            <a:avLst>
              <a:gd name="adj" fmla="val 4390"/>
            </a:avLst>
          </a:prstGeom>
          <a:solidFill>
            <a:srgbClr val="231B27"/>
          </a:solidFill>
          <a:ln w="9525">
            <a:solidFill>
              <a:srgbClr val="3A2D3D"/>
            </a:solidFill>
            <a:prstDash val="solid"/>
          </a:ln>
        </p:spPr>
        <p:txBody>
          <a:bodyPr/>
          <a:lstStyle/>
          <a:p>
            <a:endParaRPr lang="en-NL"/>
          </a:p>
        </p:txBody>
      </p:sp>
      <p:pic>
        <p:nvPicPr>
          <p:cNvPr id="5" name="a02u_44" descr="preencoded.png"/>
          <p:cNvPicPr>
            <a:picLocks noChangeAspect="1"/>
          </p:cNvPicPr>
          <p:nvPr/>
        </p:nvPicPr>
        <p:blipFill>
          <a:blip r:embed="rId3"/>
          <a:stretch>
            <a:fillRect/>
          </a:stretch>
        </p:blipFill>
        <p:spPr>
          <a:xfrm>
            <a:off x="960120" y="2286000"/>
            <a:ext cx="384048" cy="384048"/>
          </a:xfrm>
          <a:prstGeom prst="rect">
            <a:avLst/>
          </a:prstGeom>
        </p:spPr>
      </p:pic>
      <p:sp>
        <p:nvSpPr>
          <p:cNvPr id="6" name="a02u_45"/>
          <p:cNvSpPr txBox="1"/>
          <p:nvPr/>
        </p:nvSpPr>
        <p:spPr>
          <a:xfrm>
            <a:off x="960120" y="2834640"/>
            <a:ext cx="1950644" cy="36576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Scrum</a:t>
            </a:r>
            <a:endParaRPr lang="en-US" sz="2000" dirty="0"/>
          </a:p>
        </p:txBody>
      </p:sp>
      <p:sp>
        <p:nvSpPr>
          <p:cNvPr id="7" name="a02u_46"/>
          <p:cNvSpPr txBox="1"/>
          <p:nvPr/>
        </p:nvSpPr>
        <p:spPr>
          <a:xfrm>
            <a:off x="960120" y="3291840"/>
            <a:ext cx="1950644" cy="1188720"/>
          </a:xfrm>
          <a:prstGeom prst="rect">
            <a:avLst/>
          </a:prstGeom>
          <a:noFill/>
          <a:ln/>
        </p:spPr>
        <p:txBody>
          <a:bodyPr wrap="square" lIns="0" tIns="0" rIns="0" bIns="0" rtlCol="0" anchor="t"/>
          <a:lstStyle/>
          <a:p>
            <a:pPr marL="0" indent="0">
              <a:buNone/>
            </a:pPr>
            <a:r>
              <a:rPr lang="en-US" sz="1600" dirty="0">
                <a:solidFill>
                  <a:srgbClr val="BBA9B6"/>
                </a:solidFill>
                <a:latin typeface="Calibri" pitchFamily="34" charset="0"/>
                <a:ea typeface="Calibri" pitchFamily="34" charset="-122"/>
                <a:cs typeface="Calibri" pitchFamily="34" charset="-120"/>
              </a:rPr>
              <a:t>Drie sprints van één week, met een review en een retro.</a:t>
            </a:r>
            <a:endParaRPr lang="en-US" sz="1600" dirty="0"/>
          </a:p>
        </p:txBody>
      </p:sp>
      <p:sp>
        <p:nvSpPr>
          <p:cNvPr id="8" name="a03u_47"/>
          <p:cNvSpPr/>
          <p:nvPr/>
        </p:nvSpPr>
        <p:spPr>
          <a:xfrm>
            <a:off x="4846205" y="2011680"/>
            <a:ext cx="2499284" cy="2651760"/>
          </a:xfrm>
          <a:prstGeom prst="roundRect">
            <a:avLst>
              <a:gd name="adj" fmla="val 4390"/>
            </a:avLst>
          </a:prstGeom>
          <a:solidFill>
            <a:srgbClr val="231B27"/>
          </a:solidFill>
          <a:ln w="9525">
            <a:solidFill>
              <a:srgbClr val="3A2D3D"/>
            </a:solidFill>
            <a:prstDash val="solid"/>
          </a:ln>
        </p:spPr>
        <p:txBody>
          <a:bodyPr/>
          <a:lstStyle/>
          <a:p>
            <a:endParaRPr lang="en-NL"/>
          </a:p>
        </p:txBody>
      </p:sp>
      <p:pic>
        <p:nvPicPr>
          <p:cNvPr id="9" name="a03u_48" descr="preencoded.png"/>
          <p:cNvPicPr>
            <a:picLocks noChangeAspect="1"/>
          </p:cNvPicPr>
          <p:nvPr/>
        </p:nvPicPr>
        <p:blipFill>
          <a:blip r:embed="rId4"/>
          <a:stretch>
            <a:fillRect/>
          </a:stretch>
        </p:blipFill>
        <p:spPr>
          <a:xfrm>
            <a:off x="5120525" y="2286000"/>
            <a:ext cx="384048" cy="384048"/>
          </a:xfrm>
          <a:prstGeom prst="rect">
            <a:avLst/>
          </a:prstGeom>
        </p:spPr>
      </p:pic>
      <p:sp>
        <p:nvSpPr>
          <p:cNvPr id="10" name="a03u_49"/>
          <p:cNvSpPr txBox="1"/>
          <p:nvPr/>
        </p:nvSpPr>
        <p:spPr>
          <a:xfrm>
            <a:off x="5120525" y="2834640"/>
            <a:ext cx="1950644" cy="36576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GitHub</a:t>
            </a:r>
            <a:endParaRPr lang="en-US" sz="2000" dirty="0"/>
          </a:p>
        </p:txBody>
      </p:sp>
      <p:sp>
        <p:nvSpPr>
          <p:cNvPr id="11" name="a03u_50"/>
          <p:cNvSpPr txBox="1"/>
          <p:nvPr/>
        </p:nvSpPr>
        <p:spPr>
          <a:xfrm>
            <a:off x="5120525" y="3291840"/>
            <a:ext cx="1950644" cy="1188720"/>
          </a:xfrm>
          <a:prstGeom prst="rect">
            <a:avLst/>
          </a:prstGeom>
          <a:noFill/>
          <a:ln/>
        </p:spPr>
        <p:txBody>
          <a:bodyPr wrap="square" lIns="0" tIns="0" rIns="0" bIns="0" rtlCol="0" anchor="t"/>
          <a:lstStyle/>
          <a:p>
            <a:pPr marL="0" indent="0">
              <a:buNone/>
            </a:pPr>
            <a:r>
              <a:rPr lang="en-US" sz="1600" dirty="0">
                <a:solidFill>
                  <a:srgbClr val="BBA9B6"/>
                </a:solidFill>
                <a:latin typeface="Calibri" pitchFamily="34" charset="0"/>
                <a:ea typeface="Calibri" pitchFamily="34" charset="-122"/>
                <a:cs typeface="Calibri" pitchFamily="34" charset="-120"/>
              </a:rPr>
              <a:t>Eén repository. Artem maakt de merges.</a:t>
            </a:r>
            <a:endParaRPr lang="en-US" sz="1600" dirty="0"/>
          </a:p>
        </p:txBody>
      </p:sp>
      <p:sp>
        <p:nvSpPr>
          <p:cNvPr id="16" name="a05u_55"/>
          <p:cNvSpPr/>
          <p:nvPr/>
        </p:nvSpPr>
        <p:spPr>
          <a:xfrm>
            <a:off x="9006611" y="2011680"/>
            <a:ext cx="2499284" cy="2651760"/>
          </a:xfrm>
          <a:prstGeom prst="roundRect">
            <a:avLst>
              <a:gd name="adj" fmla="val 4390"/>
            </a:avLst>
          </a:prstGeom>
          <a:solidFill>
            <a:srgbClr val="231B27"/>
          </a:solidFill>
          <a:ln w="9525">
            <a:solidFill>
              <a:srgbClr val="3A2D3D"/>
            </a:solidFill>
            <a:prstDash val="solid"/>
          </a:ln>
        </p:spPr>
        <p:txBody>
          <a:bodyPr/>
          <a:lstStyle/>
          <a:p>
            <a:endParaRPr lang="en-NL"/>
          </a:p>
        </p:txBody>
      </p:sp>
      <p:pic>
        <p:nvPicPr>
          <p:cNvPr id="17" name="a05u_56" descr="preencoded.png"/>
          <p:cNvPicPr>
            <a:picLocks noChangeAspect="1"/>
          </p:cNvPicPr>
          <p:nvPr/>
        </p:nvPicPr>
        <p:blipFill>
          <a:blip r:embed="rId5"/>
          <a:stretch>
            <a:fillRect/>
          </a:stretch>
        </p:blipFill>
        <p:spPr>
          <a:xfrm>
            <a:off x="9280931" y="2286000"/>
            <a:ext cx="384048" cy="384048"/>
          </a:xfrm>
          <a:prstGeom prst="rect">
            <a:avLst/>
          </a:prstGeom>
        </p:spPr>
      </p:pic>
      <p:sp>
        <p:nvSpPr>
          <p:cNvPr id="18" name="a05u_57"/>
          <p:cNvSpPr txBox="1"/>
          <p:nvPr/>
        </p:nvSpPr>
        <p:spPr>
          <a:xfrm>
            <a:off x="9280931" y="2834640"/>
            <a:ext cx="1950644" cy="36576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Techniek</a:t>
            </a:r>
            <a:endParaRPr lang="en-US" sz="2000" dirty="0"/>
          </a:p>
        </p:txBody>
      </p:sp>
      <p:sp>
        <p:nvSpPr>
          <p:cNvPr id="19" name="a05u_58"/>
          <p:cNvSpPr txBox="1"/>
          <p:nvPr/>
        </p:nvSpPr>
        <p:spPr>
          <a:xfrm>
            <a:off x="9280931" y="3291840"/>
            <a:ext cx="1950644" cy="1188720"/>
          </a:xfrm>
          <a:prstGeom prst="rect">
            <a:avLst/>
          </a:prstGeom>
          <a:noFill/>
          <a:ln/>
        </p:spPr>
        <p:txBody>
          <a:bodyPr wrap="square" lIns="0" tIns="0" rIns="0" bIns="0" rtlCol="0" anchor="t"/>
          <a:lstStyle/>
          <a:p>
            <a:pPr marL="0" indent="0">
              <a:buNone/>
            </a:pPr>
            <a:r>
              <a:rPr lang="en-US" sz="1600" dirty="0">
                <a:solidFill>
                  <a:srgbClr val="BBA9B6"/>
                </a:solidFill>
                <a:latin typeface="Calibri" pitchFamily="34" charset="0"/>
                <a:ea typeface="Calibri" pitchFamily="34" charset="-122"/>
                <a:cs typeface="Calibri" pitchFamily="34" charset="-120"/>
              </a:rPr>
              <a:t>PHP, MySQL, Tailwind CSS en de API.</a:t>
            </a:r>
            <a:endParaRPr lang="en-US" sz="1600" dirty="0"/>
          </a:p>
        </p:txBody>
      </p:sp>
      <p:sp>
        <p:nvSpPr>
          <p:cNvPr id="20" name="Text 14"/>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21" name="Text 15"/>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Lucas · 4/20</a:t>
            </a:r>
            <a:endParaRPr lang="en-US" sz="10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additive="base">
                                        <p:cTn id="8" dur="600" fill="hold"/>
                                        <p:tgtEl>
                                          <p:spTgt spid="2"/>
                                        </p:tgtEl>
                                        <p:attrNameLst>
                                          <p:attrName>ppt_x</p:attrName>
                                        </p:attrNameLst>
                                      </p:cBhvr>
                                      <p:tavLst>
                                        <p:tav tm="0">
                                          <p:val>
                                            <p:strVal val="#ppt_x"/>
                                          </p:val>
                                        </p:tav>
                                        <p:tav tm="100000">
                                          <p:val>
                                            <p:strVal val="#ppt_x"/>
                                          </p:val>
                                        </p:tav>
                                      </p:tavLst>
                                    </p:anim>
                                    <p:anim calcmode="lin" valueType="num">
                                      <p:cBhvr additive="base">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850"/>
                            </p:stCondLst>
                            <p:childTnLst>
                              <p:par>
                                <p:cTn id="16" presetID="42"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ppt_x</p:attrName>
                                        </p:attrNameLst>
                                      </p:cBhvr>
                                      <p:tavLst>
                                        <p:tav tm="0">
                                          <p:val>
                                            <p:strVal val="#ppt_x"/>
                                          </p:val>
                                        </p:tav>
                                        <p:tav tm="100000">
                                          <p:val>
                                            <p:strVal val="#ppt_x"/>
                                          </p:val>
                                        </p:tav>
                                      </p:tavLst>
                                    </p:anim>
                                    <p:anim calcmode="lin" valueType="num">
                                      <p:cBhvr additive="base">
                                        <p:cTn id="20" dur="600" fill="hold"/>
                                        <p:tgtEl>
                                          <p:spTgt spid="4"/>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600"/>
                                        <p:tgtEl>
                                          <p:spTgt spid="5"/>
                                        </p:tgtEl>
                                      </p:cBhvr>
                                    </p:animEffect>
                                    <p:anim calcmode="lin" valueType="num">
                                      <p:cBhvr additive="base">
                                        <p:cTn id="24" dur="600" fill="hold"/>
                                        <p:tgtEl>
                                          <p:spTgt spid="5"/>
                                        </p:tgtEl>
                                        <p:attrNameLst>
                                          <p:attrName>ppt_x</p:attrName>
                                        </p:attrNameLst>
                                      </p:cBhvr>
                                      <p:tavLst>
                                        <p:tav tm="0">
                                          <p:val>
                                            <p:strVal val="#ppt_x"/>
                                          </p:val>
                                        </p:tav>
                                        <p:tav tm="100000">
                                          <p:val>
                                            <p:strVal val="#ppt_x"/>
                                          </p:val>
                                        </p:tav>
                                      </p:tavLst>
                                    </p:anim>
                                    <p:anim calcmode="lin" valueType="num">
                                      <p:cBhvr additive="base">
                                        <p:cTn id="25" dur="600" fill="hold"/>
                                        <p:tgtEl>
                                          <p:spTgt spid="5"/>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additive="base">
                                        <p:cTn id="29" dur="600" fill="hold"/>
                                        <p:tgtEl>
                                          <p:spTgt spid="6"/>
                                        </p:tgtEl>
                                        <p:attrNameLst>
                                          <p:attrName>ppt_x</p:attrName>
                                        </p:attrNameLst>
                                      </p:cBhvr>
                                      <p:tavLst>
                                        <p:tav tm="0">
                                          <p:val>
                                            <p:strVal val="#ppt_x"/>
                                          </p:val>
                                        </p:tav>
                                        <p:tav tm="100000">
                                          <p:val>
                                            <p:strVal val="#ppt_x"/>
                                          </p:val>
                                        </p:tav>
                                      </p:tavLst>
                                    </p:anim>
                                    <p:anim calcmode="lin" valueType="num">
                                      <p:cBhvr additive="base">
                                        <p:cTn id="30" dur="600" fill="hold"/>
                                        <p:tgtEl>
                                          <p:spTgt spid="6"/>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600"/>
                                        <p:tgtEl>
                                          <p:spTgt spid="7"/>
                                        </p:tgtEl>
                                      </p:cBhvr>
                                    </p:animEffect>
                                    <p:anim calcmode="lin" valueType="num">
                                      <p:cBhvr additive="base">
                                        <p:cTn id="34" dur="600" fill="hold"/>
                                        <p:tgtEl>
                                          <p:spTgt spid="7"/>
                                        </p:tgtEl>
                                        <p:attrNameLst>
                                          <p:attrName>ppt_x</p:attrName>
                                        </p:attrNameLst>
                                      </p:cBhvr>
                                      <p:tavLst>
                                        <p:tav tm="0">
                                          <p:val>
                                            <p:strVal val="#ppt_x"/>
                                          </p:val>
                                        </p:tav>
                                        <p:tav tm="100000">
                                          <p:val>
                                            <p:strVal val="#ppt_x"/>
                                          </p:val>
                                        </p:tav>
                                      </p:tavLst>
                                    </p:anim>
                                    <p:anim calcmode="lin" valueType="num">
                                      <p:cBhvr additive="base">
                                        <p:cTn id="35" dur="600" fill="hold"/>
                                        <p:tgtEl>
                                          <p:spTgt spid="7"/>
                                        </p:tgtEl>
                                        <p:attrNameLst>
                                          <p:attrName>ppt_y</p:attrName>
                                        </p:attrNameLst>
                                      </p:cBhvr>
                                      <p:tavLst>
                                        <p:tav tm="0">
                                          <p:val>
                                            <p:strVal val="#ppt_y+.1"/>
                                          </p:val>
                                        </p:tav>
                                        <p:tav tm="100000">
                                          <p:val>
                                            <p:strVal val="#ppt_y"/>
                                          </p:val>
                                        </p:tav>
                                      </p:tavLst>
                                    </p:anim>
                                  </p:childTnLst>
                                </p:cTn>
                              </p:par>
                            </p:childTnLst>
                          </p:cTn>
                        </p:par>
                        <p:par>
                          <p:cTn id="36" fill="hold">
                            <p:stCondLst>
                              <p:cond delay="1450"/>
                            </p:stCondLst>
                            <p:childTnLst>
                              <p:par>
                                <p:cTn id="37" presetID="42" presetClass="entr" presetSubtype="0" fill="hold"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600"/>
                                        <p:tgtEl>
                                          <p:spTgt spid="8"/>
                                        </p:tgtEl>
                                      </p:cBhvr>
                                    </p:animEffect>
                                    <p:anim calcmode="lin" valueType="num">
                                      <p:cBhvr additive="base">
                                        <p:cTn id="40" dur="600" fill="hold"/>
                                        <p:tgtEl>
                                          <p:spTgt spid="8"/>
                                        </p:tgtEl>
                                        <p:attrNameLst>
                                          <p:attrName>ppt_x</p:attrName>
                                        </p:attrNameLst>
                                      </p:cBhvr>
                                      <p:tavLst>
                                        <p:tav tm="0">
                                          <p:val>
                                            <p:strVal val="#ppt_x"/>
                                          </p:val>
                                        </p:tav>
                                        <p:tav tm="100000">
                                          <p:val>
                                            <p:strVal val="#ppt_x"/>
                                          </p:val>
                                        </p:tav>
                                      </p:tavLst>
                                    </p:anim>
                                    <p:anim calcmode="lin" valueType="num">
                                      <p:cBhvr additive="base">
                                        <p:cTn id="41" dur="600" fill="hold"/>
                                        <p:tgtEl>
                                          <p:spTgt spid="8"/>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600"/>
                                        <p:tgtEl>
                                          <p:spTgt spid="9"/>
                                        </p:tgtEl>
                                      </p:cBhvr>
                                    </p:animEffect>
                                    <p:anim calcmode="lin" valueType="num">
                                      <p:cBhvr additive="base">
                                        <p:cTn id="45" dur="600" fill="hold"/>
                                        <p:tgtEl>
                                          <p:spTgt spid="9"/>
                                        </p:tgtEl>
                                        <p:attrNameLst>
                                          <p:attrName>ppt_x</p:attrName>
                                        </p:attrNameLst>
                                      </p:cBhvr>
                                      <p:tavLst>
                                        <p:tav tm="0">
                                          <p:val>
                                            <p:strVal val="#ppt_x"/>
                                          </p:val>
                                        </p:tav>
                                        <p:tav tm="100000">
                                          <p:val>
                                            <p:strVal val="#ppt_x"/>
                                          </p:val>
                                        </p:tav>
                                      </p:tavLst>
                                    </p:anim>
                                    <p:anim calcmode="lin" valueType="num">
                                      <p:cBhvr additive="base">
                                        <p:cTn id="46" dur="600" fill="hold"/>
                                        <p:tgtEl>
                                          <p:spTgt spid="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600"/>
                                        <p:tgtEl>
                                          <p:spTgt spid="10"/>
                                        </p:tgtEl>
                                      </p:cBhvr>
                                    </p:animEffect>
                                    <p:anim calcmode="lin" valueType="num">
                                      <p:cBhvr additive="base">
                                        <p:cTn id="50" dur="600" fill="hold"/>
                                        <p:tgtEl>
                                          <p:spTgt spid="10"/>
                                        </p:tgtEl>
                                        <p:attrNameLst>
                                          <p:attrName>ppt_x</p:attrName>
                                        </p:attrNameLst>
                                      </p:cBhvr>
                                      <p:tavLst>
                                        <p:tav tm="0">
                                          <p:val>
                                            <p:strVal val="#ppt_x"/>
                                          </p:val>
                                        </p:tav>
                                        <p:tav tm="100000">
                                          <p:val>
                                            <p:strVal val="#ppt_x"/>
                                          </p:val>
                                        </p:tav>
                                      </p:tavLst>
                                    </p:anim>
                                    <p:anim calcmode="lin" valueType="num">
                                      <p:cBhvr additive="base">
                                        <p:cTn id="51" dur="600" fill="hold"/>
                                        <p:tgtEl>
                                          <p:spTgt spid="10"/>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600"/>
                                        <p:tgtEl>
                                          <p:spTgt spid="11"/>
                                        </p:tgtEl>
                                      </p:cBhvr>
                                    </p:animEffect>
                                    <p:anim calcmode="lin" valueType="num">
                                      <p:cBhvr additive="base">
                                        <p:cTn id="55" dur="600" fill="hold"/>
                                        <p:tgtEl>
                                          <p:spTgt spid="11"/>
                                        </p:tgtEl>
                                        <p:attrNameLst>
                                          <p:attrName>ppt_x</p:attrName>
                                        </p:attrNameLst>
                                      </p:cBhvr>
                                      <p:tavLst>
                                        <p:tav tm="0">
                                          <p:val>
                                            <p:strVal val="#ppt_x"/>
                                          </p:val>
                                        </p:tav>
                                        <p:tav tm="100000">
                                          <p:val>
                                            <p:strVal val="#ppt_x"/>
                                          </p:val>
                                        </p:tav>
                                      </p:tavLst>
                                    </p:anim>
                                    <p:anim calcmode="lin" valueType="num">
                                      <p:cBhvr additive="base">
                                        <p:cTn id="56" dur="600" fill="hold"/>
                                        <p:tgtEl>
                                          <p:spTgt spid="11"/>
                                        </p:tgtEl>
                                        <p:attrNameLst>
                                          <p:attrName>ppt_y</p:attrName>
                                        </p:attrNameLst>
                                      </p:cBhvr>
                                      <p:tavLst>
                                        <p:tav tm="0">
                                          <p:val>
                                            <p:strVal val="#ppt_y+.1"/>
                                          </p:val>
                                        </p:tav>
                                        <p:tav tm="100000">
                                          <p:val>
                                            <p:strVal val="#ppt_y"/>
                                          </p:val>
                                        </p:tav>
                                      </p:tavLst>
                                    </p:anim>
                                  </p:childTnLst>
                                </p:cTn>
                              </p:par>
                            </p:childTnLst>
                          </p:cTn>
                        </p:par>
                        <p:par>
                          <p:cTn id="57" fill="hold">
                            <p:stCondLst>
                              <p:cond delay="2050"/>
                            </p:stCondLst>
                            <p:childTnLst>
                              <p:par>
                                <p:cTn id="58" presetID="42" presetClass="entr" presetSubtype="0" fill="hold" nodeType="after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00"/>
                                        <p:tgtEl>
                                          <p:spTgt spid="16"/>
                                        </p:tgtEl>
                                      </p:cBhvr>
                                    </p:animEffect>
                                    <p:anim calcmode="lin" valueType="num">
                                      <p:cBhvr additive="base">
                                        <p:cTn id="61" dur="600" fill="hold"/>
                                        <p:tgtEl>
                                          <p:spTgt spid="16"/>
                                        </p:tgtEl>
                                        <p:attrNameLst>
                                          <p:attrName>ppt_x</p:attrName>
                                        </p:attrNameLst>
                                      </p:cBhvr>
                                      <p:tavLst>
                                        <p:tav tm="0">
                                          <p:val>
                                            <p:strVal val="#ppt_x"/>
                                          </p:val>
                                        </p:tav>
                                        <p:tav tm="100000">
                                          <p:val>
                                            <p:strVal val="#ppt_x"/>
                                          </p:val>
                                        </p:tav>
                                      </p:tavLst>
                                    </p:anim>
                                    <p:anim calcmode="lin" valueType="num">
                                      <p:cBhvr additive="base">
                                        <p:cTn id="62" dur="600" fill="hold"/>
                                        <p:tgtEl>
                                          <p:spTgt spid="16"/>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600"/>
                                        <p:tgtEl>
                                          <p:spTgt spid="17"/>
                                        </p:tgtEl>
                                      </p:cBhvr>
                                    </p:animEffect>
                                    <p:anim calcmode="lin" valueType="num">
                                      <p:cBhvr additive="base">
                                        <p:cTn id="66" dur="600" fill="hold"/>
                                        <p:tgtEl>
                                          <p:spTgt spid="17"/>
                                        </p:tgtEl>
                                        <p:attrNameLst>
                                          <p:attrName>ppt_x</p:attrName>
                                        </p:attrNameLst>
                                      </p:cBhvr>
                                      <p:tavLst>
                                        <p:tav tm="0">
                                          <p:val>
                                            <p:strVal val="#ppt_x"/>
                                          </p:val>
                                        </p:tav>
                                        <p:tav tm="100000">
                                          <p:val>
                                            <p:strVal val="#ppt_x"/>
                                          </p:val>
                                        </p:tav>
                                      </p:tavLst>
                                    </p:anim>
                                    <p:anim calcmode="lin" valueType="num">
                                      <p:cBhvr additive="base">
                                        <p:cTn id="67" dur="600" fill="hold"/>
                                        <p:tgtEl>
                                          <p:spTgt spid="17"/>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600"/>
                                        <p:tgtEl>
                                          <p:spTgt spid="18"/>
                                        </p:tgtEl>
                                      </p:cBhvr>
                                    </p:animEffect>
                                    <p:anim calcmode="lin" valueType="num">
                                      <p:cBhvr additive="base">
                                        <p:cTn id="71" dur="600" fill="hold"/>
                                        <p:tgtEl>
                                          <p:spTgt spid="18"/>
                                        </p:tgtEl>
                                        <p:attrNameLst>
                                          <p:attrName>ppt_x</p:attrName>
                                        </p:attrNameLst>
                                      </p:cBhvr>
                                      <p:tavLst>
                                        <p:tav tm="0">
                                          <p:val>
                                            <p:strVal val="#ppt_x"/>
                                          </p:val>
                                        </p:tav>
                                        <p:tav tm="100000">
                                          <p:val>
                                            <p:strVal val="#ppt_x"/>
                                          </p:val>
                                        </p:tav>
                                      </p:tavLst>
                                    </p:anim>
                                    <p:anim calcmode="lin" valueType="num">
                                      <p:cBhvr additive="base">
                                        <p:cTn id="72" dur="600" fill="hold"/>
                                        <p:tgtEl>
                                          <p:spTgt spid="18"/>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600"/>
                                        <p:tgtEl>
                                          <p:spTgt spid="19"/>
                                        </p:tgtEl>
                                      </p:cBhvr>
                                    </p:animEffect>
                                    <p:anim calcmode="lin" valueType="num">
                                      <p:cBhvr additive="base">
                                        <p:cTn id="76" dur="600" fill="hold"/>
                                        <p:tgtEl>
                                          <p:spTgt spid="19"/>
                                        </p:tgtEl>
                                        <p:attrNameLst>
                                          <p:attrName>ppt_x</p:attrName>
                                        </p:attrNameLst>
                                      </p:cBhvr>
                                      <p:tavLst>
                                        <p:tav tm="0">
                                          <p:val>
                                            <p:strVal val="#ppt_x"/>
                                          </p:val>
                                        </p:tav>
                                        <p:tav tm="100000">
                                          <p:val>
                                            <p:strVal val="#ppt_x"/>
                                          </p:val>
                                        </p:tav>
                                      </p:tavLst>
                                    </p:anim>
                                    <p:anim calcmode="lin" valueType="num">
                                      <p:cBhvr additive="base">
                                        <p:cTn id="77" dur="6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10" grpId="0" animBg="1"/>
      <p:bldP spid="11" grpId="0" animBg="1"/>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016"/>
        </a:solidFill>
        <a:effectLst/>
      </p:bgPr>
    </p:bg>
    <p:spTree>
      <p:nvGrpSpPr>
        <p:cNvPr id="1" name=""/>
        <p:cNvGrpSpPr/>
        <p:nvPr/>
      </p:nvGrpSpPr>
      <p:grpSpPr>
        <a:xfrm>
          <a:off x="0" y="0"/>
          <a:ext cx="0" cy="0"/>
          <a:chOff x="0" y="0"/>
          <a:chExt cx="0" cy="0"/>
        </a:xfrm>
      </p:grpSpPr>
      <p:sp>
        <p:nvSpPr>
          <p:cNvPr id="2" name="a01u_59"/>
          <p:cNvSpPr txBox="1"/>
          <p:nvPr/>
        </p:nvSpPr>
        <p:spPr>
          <a:xfrm>
            <a:off x="685800" y="457200"/>
            <a:ext cx="10820095" cy="292608"/>
          </a:xfrm>
          <a:prstGeom prst="rect">
            <a:avLst/>
          </a:prstGeom>
          <a:noFill/>
          <a:ln/>
        </p:spPr>
        <p:txBody>
          <a:bodyPr wrap="square" lIns="0" tIns="0" rIns="0" bIns="0" rtlCol="0" anchor="ctr"/>
          <a:lstStyle/>
          <a:p>
            <a:pPr marL="0" indent="0">
              <a:buNone/>
            </a:pPr>
            <a:r>
              <a:rPr lang="en-US" sz="1300" b="1" kern="0" spc="300" dirty="0">
                <a:solidFill>
                  <a:srgbClr val="E59BC3"/>
                </a:solidFill>
                <a:latin typeface="Calibri" pitchFamily="34" charset="0"/>
                <a:ea typeface="Calibri" pitchFamily="34" charset="-122"/>
                <a:cs typeface="Calibri" pitchFamily="34" charset="-120"/>
              </a:rPr>
              <a:t>DE WEBSITE</a:t>
            </a:r>
            <a:endParaRPr lang="en-US" sz="1300" dirty="0"/>
          </a:p>
        </p:txBody>
      </p:sp>
      <p:sp>
        <p:nvSpPr>
          <p:cNvPr id="3" name="a01u_60"/>
          <p:cNvSpPr txBox="1"/>
          <p:nvPr/>
        </p:nvSpPr>
        <p:spPr>
          <a:xfrm>
            <a:off x="685800" y="749808"/>
            <a:ext cx="10820095" cy="731520"/>
          </a:xfrm>
          <a:prstGeom prst="rect">
            <a:avLst/>
          </a:prstGeom>
          <a:noFill/>
          <a:ln/>
        </p:spPr>
        <p:txBody>
          <a:bodyPr wrap="square" lIns="0" tIns="0" rIns="0" bIns="0" rtlCol="0" anchor="t"/>
          <a:lstStyle/>
          <a:p>
            <a:pPr marL="0" indent="0">
              <a:buNone/>
            </a:pPr>
            <a:r>
              <a:rPr lang="en-US" sz="4000" b="1" dirty="0">
                <a:solidFill>
                  <a:srgbClr val="F4EEF2"/>
                </a:solidFill>
                <a:latin typeface="Bahnschrift SemiCondensed" pitchFamily="34" charset="0"/>
                <a:ea typeface="Bahnschrift SemiCondensed" pitchFamily="34" charset="-122"/>
                <a:cs typeface="Bahnschrift SemiCondensed" pitchFamily="34" charset="-120"/>
              </a:rPr>
              <a:t>VIJF PAGINA'S, ÉÉN ROUTE</a:t>
            </a:r>
            <a:endParaRPr lang="en-US" sz="4000" dirty="0"/>
          </a:p>
        </p:txBody>
      </p:sp>
      <p:pic>
        <p:nvPicPr>
          <p:cNvPr id="4" name="a02z_61" descr="t-home.png"/>
          <p:cNvPicPr>
            <a:picLocks noChangeAspect="1"/>
          </p:cNvPicPr>
          <p:nvPr/>
        </p:nvPicPr>
        <p:blipFill>
          <a:blip r:embed="rId3"/>
          <a:stretch>
            <a:fillRect/>
          </a:stretch>
        </p:blipFill>
        <p:spPr>
          <a:xfrm>
            <a:off x="685800" y="2011680"/>
            <a:ext cx="1754368" cy="1828800"/>
          </a:xfrm>
          <a:prstGeom prst="rect">
            <a:avLst/>
          </a:prstGeom>
        </p:spPr>
      </p:pic>
      <p:sp>
        <p:nvSpPr>
          <p:cNvPr id="5" name="a02u_62"/>
          <p:cNvSpPr txBox="1"/>
          <p:nvPr/>
        </p:nvSpPr>
        <p:spPr>
          <a:xfrm>
            <a:off x="685800" y="4069080"/>
            <a:ext cx="1754368" cy="274320"/>
          </a:xfrm>
          <a:prstGeom prst="rect">
            <a:avLst/>
          </a:prstGeom>
          <a:noFill/>
          <a:ln/>
        </p:spPr>
        <p:txBody>
          <a:bodyPr wrap="square" lIns="0" tIns="0" rIns="0" bIns="0" rtlCol="0" anchor="ctr"/>
          <a:lstStyle/>
          <a:p>
            <a:pPr marL="0" indent="0">
              <a:buNone/>
            </a:pPr>
            <a:r>
              <a:rPr lang="en-US" sz="1200" b="1" kern="0" spc="200" dirty="0">
                <a:solidFill>
                  <a:srgbClr val="E59BC3"/>
                </a:solidFill>
                <a:latin typeface="Calibri" pitchFamily="34" charset="0"/>
                <a:ea typeface="Calibri" pitchFamily="34" charset="-122"/>
                <a:cs typeface="Calibri" pitchFamily="34" charset="-120"/>
              </a:rPr>
              <a:t>STAP 1</a:t>
            </a:r>
            <a:endParaRPr lang="en-US" sz="1200" dirty="0"/>
          </a:p>
        </p:txBody>
      </p:sp>
      <p:sp>
        <p:nvSpPr>
          <p:cNvPr id="6" name="a02u_63"/>
          <p:cNvSpPr txBox="1"/>
          <p:nvPr/>
        </p:nvSpPr>
        <p:spPr>
          <a:xfrm>
            <a:off x="685800" y="4343400"/>
            <a:ext cx="1754368" cy="411480"/>
          </a:xfrm>
          <a:prstGeom prst="rect">
            <a:avLst/>
          </a:prstGeom>
          <a:noFill/>
          <a:ln/>
        </p:spPr>
        <p:txBody>
          <a:bodyPr wrap="square" lIns="0" tIns="0" rIns="0" bIns="0" rtlCol="0" anchor="ctr"/>
          <a:lstStyle/>
          <a:p>
            <a:pPr marL="0" indent="0">
              <a:buNone/>
            </a:pPr>
            <a:r>
              <a:rPr lang="en-US" sz="2200" b="1" dirty="0">
                <a:solidFill>
                  <a:srgbClr val="F4EEF2"/>
                </a:solidFill>
                <a:latin typeface="Bahnschrift SemiCondensed" pitchFamily="34" charset="0"/>
                <a:ea typeface="Bahnschrift SemiCondensed" pitchFamily="34" charset="-122"/>
                <a:cs typeface="Bahnschrift SemiCondensed" pitchFamily="34" charset="-120"/>
              </a:rPr>
              <a:t>HOME</a:t>
            </a:r>
            <a:endParaRPr lang="en-US" sz="2200" dirty="0"/>
          </a:p>
        </p:txBody>
      </p:sp>
      <p:sp>
        <p:nvSpPr>
          <p:cNvPr id="7" name="a02u_64"/>
          <p:cNvSpPr txBox="1"/>
          <p:nvPr/>
        </p:nvSpPr>
        <p:spPr>
          <a:xfrm>
            <a:off x="685800" y="4800600"/>
            <a:ext cx="1754368" cy="365760"/>
          </a:xfrm>
          <a:prstGeom prst="rect">
            <a:avLst/>
          </a:prstGeom>
          <a:noFill/>
          <a:ln/>
        </p:spPr>
        <p:txBody>
          <a:bodyPr wrap="square" lIns="0" tIns="0" rIns="0" bIns="0" rtlCol="0" anchor="ctr"/>
          <a:lstStyle/>
          <a:p>
            <a:pPr marL="0" indent="0">
              <a:buNone/>
            </a:pPr>
            <a:r>
              <a:rPr lang="en-US" sz="1500" dirty="0">
                <a:solidFill>
                  <a:srgbClr val="BBA9B6"/>
                </a:solidFill>
                <a:latin typeface="Calibri" pitchFamily="34" charset="0"/>
                <a:ea typeface="Calibri" pitchFamily="34" charset="-122"/>
                <a:cs typeface="Calibri" pitchFamily="34" charset="-120"/>
              </a:rPr>
              <a:t>Films in een slider</a:t>
            </a:r>
            <a:endParaRPr lang="en-US" sz="1500" dirty="0"/>
          </a:p>
        </p:txBody>
      </p:sp>
      <p:pic>
        <p:nvPicPr>
          <p:cNvPr id="8" name="a03l_65" descr="preencoded.png"/>
          <p:cNvPicPr>
            <a:picLocks noChangeAspect="1"/>
          </p:cNvPicPr>
          <p:nvPr/>
        </p:nvPicPr>
        <p:blipFill>
          <a:blip r:embed="rId4"/>
          <a:stretch>
            <a:fillRect/>
          </a:stretch>
        </p:blipFill>
        <p:spPr>
          <a:xfrm>
            <a:off x="2549896" y="2779776"/>
            <a:ext cx="292608" cy="292608"/>
          </a:xfrm>
          <a:prstGeom prst="rect">
            <a:avLst/>
          </a:prstGeom>
        </p:spPr>
      </p:pic>
      <p:pic>
        <p:nvPicPr>
          <p:cNvPr id="9" name="a04z_66" descr="t-films.png"/>
          <p:cNvPicPr>
            <a:picLocks noChangeAspect="1"/>
          </p:cNvPicPr>
          <p:nvPr/>
        </p:nvPicPr>
        <p:blipFill>
          <a:blip r:embed="rId5"/>
          <a:stretch>
            <a:fillRect/>
          </a:stretch>
        </p:blipFill>
        <p:spPr>
          <a:xfrm>
            <a:off x="2952232" y="2011680"/>
            <a:ext cx="1754368" cy="1828800"/>
          </a:xfrm>
          <a:prstGeom prst="rect">
            <a:avLst/>
          </a:prstGeom>
        </p:spPr>
      </p:pic>
      <p:sp>
        <p:nvSpPr>
          <p:cNvPr id="10" name="a04u_67"/>
          <p:cNvSpPr txBox="1"/>
          <p:nvPr/>
        </p:nvSpPr>
        <p:spPr>
          <a:xfrm>
            <a:off x="2952232" y="4069080"/>
            <a:ext cx="1754368" cy="274320"/>
          </a:xfrm>
          <a:prstGeom prst="rect">
            <a:avLst/>
          </a:prstGeom>
          <a:noFill/>
          <a:ln/>
        </p:spPr>
        <p:txBody>
          <a:bodyPr wrap="square" lIns="0" tIns="0" rIns="0" bIns="0" rtlCol="0" anchor="ctr"/>
          <a:lstStyle/>
          <a:p>
            <a:pPr marL="0" indent="0">
              <a:buNone/>
            </a:pPr>
            <a:r>
              <a:rPr lang="en-US" sz="1200" b="1" kern="0" spc="200" dirty="0">
                <a:solidFill>
                  <a:srgbClr val="E59BC3"/>
                </a:solidFill>
                <a:latin typeface="Calibri" pitchFamily="34" charset="0"/>
                <a:ea typeface="Calibri" pitchFamily="34" charset="-122"/>
                <a:cs typeface="Calibri" pitchFamily="34" charset="-120"/>
              </a:rPr>
              <a:t>STAP 2</a:t>
            </a:r>
            <a:endParaRPr lang="en-US" sz="1200" dirty="0"/>
          </a:p>
        </p:txBody>
      </p:sp>
      <p:sp>
        <p:nvSpPr>
          <p:cNvPr id="11" name="a04u_68"/>
          <p:cNvSpPr txBox="1"/>
          <p:nvPr/>
        </p:nvSpPr>
        <p:spPr>
          <a:xfrm>
            <a:off x="2952232" y="4343400"/>
            <a:ext cx="1754368" cy="411480"/>
          </a:xfrm>
          <a:prstGeom prst="rect">
            <a:avLst/>
          </a:prstGeom>
          <a:noFill/>
          <a:ln/>
        </p:spPr>
        <p:txBody>
          <a:bodyPr wrap="square" lIns="0" tIns="0" rIns="0" bIns="0" rtlCol="0" anchor="ctr"/>
          <a:lstStyle/>
          <a:p>
            <a:pPr marL="0" indent="0">
              <a:buNone/>
            </a:pPr>
            <a:r>
              <a:rPr lang="en-US" sz="2200" b="1" dirty="0">
                <a:solidFill>
                  <a:srgbClr val="F4EEF2"/>
                </a:solidFill>
                <a:latin typeface="Bahnschrift SemiCondensed" pitchFamily="34" charset="0"/>
                <a:ea typeface="Bahnschrift SemiCondensed" pitchFamily="34" charset="-122"/>
                <a:cs typeface="Bahnschrift SemiCondensed" pitchFamily="34" charset="-120"/>
              </a:rPr>
              <a:t>AGENDA</a:t>
            </a:r>
            <a:endParaRPr lang="en-US" sz="2200" dirty="0"/>
          </a:p>
        </p:txBody>
      </p:sp>
      <p:sp>
        <p:nvSpPr>
          <p:cNvPr id="12" name="a04u_69"/>
          <p:cNvSpPr txBox="1"/>
          <p:nvPr/>
        </p:nvSpPr>
        <p:spPr>
          <a:xfrm>
            <a:off x="2952232" y="4800600"/>
            <a:ext cx="1754368" cy="365760"/>
          </a:xfrm>
          <a:prstGeom prst="rect">
            <a:avLst/>
          </a:prstGeom>
          <a:noFill/>
          <a:ln/>
        </p:spPr>
        <p:txBody>
          <a:bodyPr wrap="square" lIns="0" tIns="0" rIns="0" bIns="0" rtlCol="0" anchor="ctr"/>
          <a:lstStyle/>
          <a:p>
            <a:pPr marL="0" indent="0">
              <a:buNone/>
            </a:pPr>
            <a:r>
              <a:rPr lang="en-US" sz="1500" dirty="0">
                <a:solidFill>
                  <a:srgbClr val="BBA9B6"/>
                </a:solidFill>
                <a:latin typeface="Calibri" pitchFamily="34" charset="0"/>
                <a:ea typeface="Calibri" pitchFamily="34" charset="-122"/>
                <a:cs typeface="Calibri" pitchFamily="34" charset="-120"/>
              </a:rPr>
              <a:t>Alle films</a:t>
            </a:r>
            <a:endParaRPr lang="en-US" sz="1500" dirty="0"/>
          </a:p>
        </p:txBody>
      </p:sp>
      <p:pic>
        <p:nvPicPr>
          <p:cNvPr id="13" name="a05l_70" descr="preencoded.png"/>
          <p:cNvPicPr>
            <a:picLocks noChangeAspect="1"/>
          </p:cNvPicPr>
          <p:nvPr/>
        </p:nvPicPr>
        <p:blipFill>
          <a:blip r:embed="rId4"/>
          <a:stretch>
            <a:fillRect/>
          </a:stretch>
        </p:blipFill>
        <p:spPr>
          <a:xfrm>
            <a:off x="4816328" y="2779776"/>
            <a:ext cx="292608" cy="292608"/>
          </a:xfrm>
          <a:prstGeom prst="rect">
            <a:avLst/>
          </a:prstGeom>
        </p:spPr>
      </p:pic>
      <p:pic>
        <p:nvPicPr>
          <p:cNvPr id="14" name="a06z_71" descr="t-detail.png"/>
          <p:cNvPicPr>
            <a:picLocks noChangeAspect="1"/>
          </p:cNvPicPr>
          <p:nvPr/>
        </p:nvPicPr>
        <p:blipFill>
          <a:blip r:embed="rId6"/>
          <a:stretch>
            <a:fillRect/>
          </a:stretch>
        </p:blipFill>
        <p:spPr>
          <a:xfrm>
            <a:off x="5218664" y="2011680"/>
            <a:ext cx="1754368" cy="1828800"/>
          </a:xfrm>
          <a:prstGeom prst="rect">
            <a:avLst/>
          </a:prstGeom>
        </p:spPr>
      </p:pic>
      <p:sp>
        <p:nvSpPr>
          <p:cNvPr id="15" name="a06u_72"/>
          <p:cNvSpPr txBox="1"/>
          <p:nvPr/>
        </p:nvSpPr>
        <p:spPr>
          <a:xfrm>
            <a:off x="5218664" y="4069080"/>
            <a:ext cx="1754368" cy="274320"/>
          </a:xfrm>
          <a:prstGeom prst="rect">
            <a:avLst/>
          </a:prstGeom>
          <a:noFill/>
          <a:ln/>
        </p:spPr>
        <p:txBody>
          <a:bodyPr wrap="square" lIns="0" tIns="0" rIns="0" bIns="0" rtlCol="0" anchor="ctr"/>
          <a:lstStyle/>
          <a:p>
            <a:pPr marL="0" indent="0">
              <a:buNone/>
            </a:pPr>
            <a:r>
              <a:rPr lang="en-US" sz="1200" b="1" kern="0" spc="200" dirty="0">
                <a:solidFill>
                  <a:srgbClr val="E59BC3"/>
                </a:solidFill>
                <a:latin typeface="Calibri" pitchFamily="34" charset="0"/>
                <a:ea typeface="Calibri" pitchFamily="34" charset="-122"/>
                <a:cs typeface="Calibri" pitchFamily="34" charset="-120"/>
              </a:rPr>
              <a:t>STAP 3</a:t>
            </a:r>
            <a:endParaRPr lang="en-US" sz="1200" dirty="0"/>
          </a:p>
        </p:txBody>
      </p:sp>
      <p:sp>
        <p:nvSpPr>
          <p:cNvPr id="16" name="a06u_73"/>
          <p:cNvSpPr txBox="1"/>
          <p:nvPr/>
        </p:nvSpPr>
        <p:spPr>
          <a:xfrm>
            <a:off x="5218664" y="4343400"/>
            <a:ext cx="1754368" cy="411480"/>
          </a:xfrm>
          <a:prstGeom prst="rect">
            <a:avLst/>
          </a:prstGeom>
          <a:noFill/>
          <a:ln/>
        </p:spPr>
        <p:txBody>
          <a:bodyPr wrap="square" lIns="0" tIns="0" rIns="0" bIns="0" rtlCol="0" anchor="ctr"/>
          <a:lstStyle/>
          <a:p>
            <a:pPr marL="0" indent="0">
              <a:buNone/>
            </a:pPr>
            <a:r>
              <a:rPr lang="en-US" sz="2200" b="1" dirty="0">
                <a:solidFill>
                  <a:srgbClr val="F4EEF2"/>
                </a:solidFill>
                <a:latin typeface="Bahnschrift SemiCondensed" pitchFamily="34" charset="0"/>
                <a:ea typeface="Bahnschrift SemiCondensed" pitchFamily="34" charset="-122"/>
                <a:cs typeface="Bahnschrift SemiCondensed" pitchFamily="34" charset="-120"/>
              </a:rPr>
              <a:t>DETAIL</a:t>
            </a:r>
            <a:endParaRPr lang="en-US" sz="2200" dirty="0"/>
          </a:p>
        </p:txBody>
      </p:sp>
      <p:sp>
        <p:nvSpPr>
          <p:cNvPr id="17" name="a06u_74"/>
          <p:cNvSpPr txBox="1"/>
          <p:nvPr/>
        </p:nvSpPr>
        <p:spPr>
          <a:xfrm>
            <a:off x="5218664" y="4800600"/>
            <a:ext cx="1754368" cy="365760"/>
          </a:xfrm>
          <a:prstGeom prst="rect">
            <a:avLst/>
          </a:prstGeom>
          <a:noFill/>
          <a:ln/>
        </p:spPr>
        <p:txBody>
          <a:bodyPr wrap="square" lIns="0" tIns="0" rIns="0" bIns="0" rtlCol="0" anchor="ctr"/>
          <a:lstStyle/>
          <a:p>
            <a:pPr marL="0" indent="0">
              <a:buNone/>
            </a:pPr>
            <a:r>
              <a:rPr lang="en-US" sz="1500" dirty="0">
                <a:solidFill>
                  <a:srgbClr val="BBA9B6"/>
                </a:solidFill>
                <a:latin typeface="Calibri" pitchFamily="34" charset="0"/>
                <a:ea typeface="Calibri" pitchFamily="34" charset="-122"/>
                <a:cs typeface="Calibri" pitchFamily="34" charset="-120"/>
              </a:rPr>
              <a:t>Info en tijden</a:t>
            </a:r>
            <a:endParaRPr lang="en-US" sz="1500" dirty="0"/>
          </a:p>
        </p:txBody>
      </p:sp>
      <p:pic>
        <p:nvPicPr>
          <p:cNvPr id="18" name="a07l_75" descr="preencoded.png"/>
          <p:cNvPicPr>
            <a:picLocks noChangeAspect="1"/>
          </p:cNvPicPr>
          <p:nvPr/>
        </p:nvPicPr>
        <p:blipFill>
          <a:blip r:embed="rId4"/>
          <a:stretch>
            <a:fillRect/>
          </a:stretch>
        </p:blipFill>
        <p:spPr>
          <a:xfrm>
            <a:off x="7082760" y="2779776"/>
            <a:ext cx="292608" cy="292608"/>
          </a:xfrm>
          <a:prstGeom prst="rect">
            <a:avLst/>
          </a:prstGeom>
        </p:spPr>
      </p:pic>
      <p:pic>
        <p:nvPicPr>
          <p:cNvPr id="19" name="a08z_76" descr="t-stoelen.png"/>
          <p:cNvPicPr>
            <a:picLocks noChangeAspect="1"/>
          </p:cNvPicPr>
          <p:nvPr/>
        </p:nvPicPr>
        <p:blipFill>
          <a:blip r:embed="rId7"/>
          <a:stretch>
            <a:fillRect/>
          </a:stretch>
        </p:blipFill>
        <p:spPr>
          <a:xfrm>
            <a:off x="7485096" y="2011680"/>
            <a:ext cx="1754368" cy="1828800"/>
          </a:xfrm>
          <a:prstGeom prst="rect">
            <a:avLst/>
          </a:prstGeom>
        </p:spPr>
      </p:pic>
      <p:sp>
        <p:nvSpPr>
          <p:cNvPr id="20" name="a08u_77"/>
          <p:cNvSpPr txBox="1"/>
          <p:nvPr/>
        </p:nvSpPr>
        <p:spPr>
          <a:xfrm>
            <a:off x="7485096" y="4069080"/>
            <a:ext cx="1754368" cy="274320"/>
          </a:xfrm>
          <a:prstGeom prst="rect">
            <a:avLst/>
          </a:prstGeom>
          <a:noFill/>
          <a:ln/>
        </p:spPr>
        <p:txBody>
          <a:bodyPr wrap="square" lIns="0" tIns="0" rIns="0" bIns="0" rtlCol="0" anchor="ctr"/>
          <a:lstStyle/>
          <a:p>
            <a:pPr marL="0" indent="0">
              <a:buNone/>
            </a:pPr>
            <a:r>
              <a:rPr lang="en-US" sz="1200" b="1" kern="0" spc="200" dirty="0">
                <a:solidFill>
                  <a:srgbClr val="E59BC3"/>
                </a:solidFill>
                <a:latin typeface="Calibri" pitchFamily="34" charset="0"/>
                <a:ea typeface="Calibri" pitchFamily="34" charset="-122"/>
                <a:cs typeface="Calibri" pitchFamily="34" charset="-120"/>
              </a:rPr>
              <a:t>STAP 4</a:t>
            </a:r>
            <a:endParaRPr lang="en-US" sz="1200" dirty="0"/>
          </a:p>
        </p:txBody>
      </p:sp>
      <p:sp>
        <p:nvSpPr>
          <p:cNvPr id="21" name="a08u_78"/>
          <p:cNvSpPr txBox="1"/>
          <p:nvPr/>
        </p:nvSpPr>
        <p:spPr>
          <a:xfrm>
            <a:off x="7485096" y="4343400"/>
            <a:ext cx="1754368" cy="411480"/>
          </a:xfrm>
          <a:prstGeom prst="rect">
            <a:avLst/>
          </a:prstGeom>
          <a:noFill/>
          <a:ln/>
        </p:spPr>
        <p:txBody>
          <a:bodyPr wrap="square" lIns="0" tIns="0" rIns="0" bIns="0" rtlCol="0" anchor="ctr"/>
          <a:lstStyle/>
          <a:p>
            <a:pPr marL="0" indent="0">
              <a:buNone/>
            </a:pPr>
            <a:r>
              <a:rPr lang="en-US" sz="2200" b="1" dirty="0">
                <a:solidFill>
                  <a:srgbClr val="F4EEF2"/>
                </a:solidFill>
                <a:latin typeface="Bahnschrift SemiCondensed" pitchFamily="34" charset="0"/>
                <a:ea typeface="Bahnschrift SemiCondensed" pitchFamily="34" charset="-122"/>
                <a:cs typeface="Bahnschrift SemiCondensed" pitchFamily="34" charset="-120"/>
              </a:rPr>
              <a:t>STOELEN</a:t>
            </a:r>
            <a:endParaRPr lang="en-US" sz="2200" dirty="0"/>
          </a:p>
        </p:txBody>
      </p:sp>
      <p:sp>
        <p:nvSpPr>
          <p:cNvPr id="22" name="a08u_79"/>
          <p:cNvSpPr txBox="1"/>
          <p:nvPr/>
        </p:nvSpPr>
        <p:spPr>
          <a:xfrm>
            <a:off x="7485096" y="4800600"/>
            <a:ext cx="1754368" cy="365760"/>
          </a:xfrm>
          <a:prstGeom prst="rect">
            <a:avLst/>
          </a:prstGeom>
          <a:noFill/>
          <a:ln/>
        </p:spPr>
        <p:txBody>
          <a:bodyPr wrap="square" lIns="0" tIns="0" rIns="0" bIns="0" rtlCol="0" anchor="ctr"/>
          <a:lstStyle/>
          <a:p>
            <a:pPr marL="0" indent="0">
              <a:buNone/>
            </a:pPr>
            <a:r>
              <a:rPr lang="en-US" sz="1500" dirty="0">
                <a:solidFill>
                  <a:srgbClr val="BBA9B6"/>
                </a:solidFill>
                <a:latin typeface="Calibri" pitchFamily="34" charset="0"/>
                <a:ea typeface="Calibri" pitchFamily="34" charset="-122"/>
                <a:cs typeface="Calibri" pitchFamily="34" charset="-120"/>
              </a:rPr>
              <a:t>Kies je plek</a:t>
            </a:r>
            <a:endParaRPr lang="en-US" sz="1500" dirty="0"/>
          </a:p>
        </p:txBody>
      </p:sp>
      <p:pic>
        <p:nvPicPr>
          <p:cNvPr id="23" name="a09l_80" descr="preencoded.png"/>
          <p:cNvPicPr>
            <a:picLocks noChangeAspect="1"/>
          </p:cNvPicPr>
          <p:nvPr/>
        </p:nvPicPr>
        <p:blipFill>
          <a:blip r:embed="rId4"/>
          <a:stretch>
            <a:fillRect/>
          </a:stretch>
        </p:blipFill>
        <p:spPr>
          <a:xfrm>
            <a:off x="9349191" y="2779776"/>
            <a:ext cx="292608" cy="292608"/>
          </a:xfrm>
          <a:prstGeom prst="rect">
            <a:avLst/>
          </a:prstGeom>
        </p:spPr>
      </p:pic>
      <p:pic>
        <p:nvPicPr>
          <p:cNvPr id="24" name="a10z_81" descr="t-bev.png"/>
          <p:cNvPicPr>
            <a:picLocks noChangeAspect="1"/>
          </p:cNvPicPr>
          <p:nvPr/>
        </p:nvPicPr>
        <p:blipFill>
          <a:blip r:embed="rId8"/>
          <a:stretch>
            <a:fillRect/>
          </a:stretch>
        </p:blipFill>
        <p:spPr>
          <a:xfrm>
            <a:off x="9751527" y="2011680"/>
            <a:ext cx="1754368" cy="1828800"/>
          </a:xfrm>
          <a:prstGeom prst="rect">
            <a:avLst/>
          </a:prstGeom>
        </p:spPr>
      </p:pic>
      <p:sp>
        <p:nvSpPr>
          <p:cNvPr id="25" name="a10u_82"/>
          <p:cNvSpPr txBox="1"/>
          <p:nvPr/>
        </p:nvSpPr>
        <p:spPr>
          <a:xfrm>
            <a:off x="9751527" y="4069080"/>
            <a:ext cx="1754368" cy="274320"/>
          </a:xfrm>
          <a:prstGeom prst="rect">
            <a:avLst/>
          </a:prstGeom>
          <a:noFill/>
          <a:ln/>
        </p:spPr>
        <p:txBody>
          <a:bodyPr wrap="square" lIns="0" tIns="0" rIns="0" bIns="0" rtlCol="0" anchor="ctr"/>
          <a:lstStyle/>
          <a:p>
            <a:pPr marL="0" indent="0">
              <a:buNone/>
            </a:pPr>
            <a:r>
              <a:rPr lang="en-US" sz="1200" b="1" kern="0" spc="200" dirty="0">
                <a:solidFill>
                  <a:srgbClr val="E59BC3"/>
                </a:solidFill>
                <a:latin typeface="Calibri" pitchFamily="34" charset="0"/>
                <a:ea typeface="Calibri" pitchFamily="34" charset="-122"/>
                <a:cs typeface="Calibri" pitchFamily="34" charset="-120"/>
              </a:rPr>
              <a:t>STAP 5</a:t>
            </a:r>
            <a:endParaRPr lang="en-US" sz="1200" dirty="0"/>
          </a:p>
        </p:txBody>
      </p:sp>
      <p:sp>
        <p:nvSpPr>
          <p:cNvPr id="26" name="a10u_83"/>
          <p:cNvSpPr txBox="1"/>
          <p:nvPr/>
        </p:nvSpPr>
        <p:spPr>
          <a:xfrm>
            <a:off x="9751527" y="4343400"/>
            <a:ext cx="1754368" cy="411480"/>
          </a:xfrm>
          <a:prstGeom prst="rect">
            <a:avLst/>
          </a:prstGeom>
          <a:noFill/>
          <a:ln/>
        </p:spPr>
        <p:txBody>
          <a:bodyPr wrap="square" lIns="0" tIns="0" rIns="0" bIns="0" rtlCol="0" anchor="ctr"/>
          <a:lstStyle/>
          <a:p>
            <a:pPr marL="0" indent="0">
              <a:buNone/>
            </a:pPr>
            <a:r>
              <a:rPr lang="en-US" sz="2200" b="1" dirty="0">
                <a:solidFill>
                  <a:srgbClr val="F4EEF2"/>
                </a:solidFill>
                <a:latin typeface="Bahnschrift SemiCondensed" pitchFamily="34" charset="0"/>
                <a:ea typeface="Bahnschrift SemiCondensed" pitchFamily="34" charset="-122"/>
                <a:cs typeface="Bahnschrift SemiCondensed" pitchFamily="34" charset="-120"/>
              </a:rPr>
              <a:t>KLAAR</a:t>
            </a:r>
            <a:endParaRPr lang="en-US" sz="2200" dirty="0"/>
          </a:p>
        </p:txBody>
      </p:sp>
      <p:sp>
        <p:nvSpPr>
          <p:cNvPr id="27" name="a10u_84"/>
          <p:cNvSpPr txBox="1"/>
          <p:nvPr/>
        </p:nvSpPr>
        <p:spPr>
          <a:xfrm>
            <a:off x="9751527" y="4800600"/>
            <a:ext cx="1754368" cy="365760"/>
          </a:xfrm>
          <a:prstGeom prst="rect">
            <a:avLst/>
          </a:prstGeom>
          <a:noFill/>
          <a:ln/>
        </p:spPr>
        <p:txBody>
          <a:bodyPr wrap="square" lIns="0" tIns="0" rIns="0" bIns="0" rtlCol="0" anchor="ctr"/>
          <a:lstStyle/>
          <a:p>
            <a:pPr marL="0" indent="0">
              <a:buNone/>
            </a:pPr>
            <a:r>
              <a:rPr lang="en-US" sz="1500" dirty="0">
                <a:solidFill>
                  <a:srgbClr val="BBA9B6"/>
                </a:solidFill>
                <a:latin typeface="Calibri" pitchFamily="34" charset="0"/>
                <a:ea typeface="Calibri" pitchFamily="34" charset="-122"/>
                <a:cs typeface="Calibri" pitchFamily="34" charset="-120"/>
              </a:rPr>
              <a:t>Bevestiging</a:t>
            </a:r>
            <a:endParaRPr lang="en-US" sz="1500" dirty="0"/>
          </a:p>
        </p:txBody>
      </p:sp>
      <p:sp>
        <p:nvSpPr>
          <p:cNvPr id="28" name="Text 17"/>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29" name="Text 18"/>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Lucas · 5/20</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14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additive="base">
                                        <p:cTn id="8" dur="600" fill="hold"/>
                                        <p:tgtEl>
                                          <p:spTgt spid="2"/>
                                        </p:tgtEl>
                                        <p:attrNameLst>
                                          <p:attrName>ppt_x</p:attrName>
                                        </p:attrNameLst>
                                      </p:cBhvr>
                                      <p:tavLst>
                                        <p:tav tm="0">
                                          <p:val>
                                            <p:strVal val="#ppt_x"/>
                                          </p:val>
                                        </p:tav>
                                        <p:tav tm="100000">
                                          <p:val>
                                            <p:strVal val="#ppt_x"/>
                                          </p:val>
                                        </p:tav>
                                      </p:tavLst>
                                    </p:anim>
                                    <p:anim calcmode="lin" valueType="num">
                                      <p:cBhvr additive="base">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850"/>
                            </p:stCondLst>
                            <p:childTnLst>
                              <p:par>
                                <p:cTn id="16" presetID="53" presetClass="entr" presetSubtype="16"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700" fill="hold"/>
                                        <p:tgtEl>
                                          <p:spTgt spid="4"/>
                                        </p:tgtEl>
                                        <p:attrNameLst>
                                          <p:attrName>ppt_w</p:attrName>
                                        </p:attrNameLst>
                                      </p:cBhvr>
                                      <p:tavLst>
                                        <p:tav tm="0">
                                          <p:val>
                                            <p:strVal val="0"/>
                                          </p:val>
                                        </p:tav>
                                        <p:tav tm="100000">
                                          <p:val>
                                            <p:strVal val="#ppt_w"/>
                                          </p:val>
                                        </p:tav>
                                      </p:tavLst>
                                    </p:anim>
                                    <p:anim calcmode="lin" valueType="num">
                                      <p:cBhvr additive="base">
                                        <p:cTn id="19" dur="700" fill="hold"/>
                                        <p:tgtEl>
                                          <p:spTgt spid="4"/>
                                        </p:tgtEl>
                                        <p:attrNameLst>
                                          <p:attrName>ppt_h</p:attrName>
                                        </p:attrNameLst>
                                      </p:cBhvr>
                                      <p:tavLst>
                                        <p:tav tm="0">
                                          <p:val>
                                            <p:strVal val="0"/>
                                          </p:val>
                                        </p:tav>
                                        <p:tav tm="100000">
                                          <p:val>
                                            <p:strVal val="#ppt_h"/>
                                          </p:val>
                                        </p:tav>
                                      </p:tavLst>
                                    </p:anim>
                                    <p:animEffect transition="in" filter="fade">
                                      <p:cBhvr>
                                        <p:cTn id="20" dur="700"/>
                                        <p:tgtEl>
                                          <p:spTgt spid="4"/>
                                        </p:tgtEl>
                                      </p:cBhvr>
                                    </p:animEffect>
                                  </p:childTnLst>
                                </p:cTn>
                              </p:par>
                              <p:par>
                                <p:cTn id="21" presetID="42"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600"/>
                                        <p:tgtEl>
                                          <p:spTgt spid="5"/>
                                        </p:tgtEl>
                                      </p:cBhvr>
                                    </p:animEffect>
                                    <p:anim calcmode="lin" valueType="num">
                                      <p:cBhvr additive="base">
                                        <p:cTn id="24" dur="600" fill="hold"/>
                                        <p:tgtEl>
                                          <p:spTgt spid="5"/>
                                        </p:tgtEl>
                                        <p:attrNameLst>
                                          <p:attrName>ppt_x</p:attrName>
                                        </p:attrNameLst>
                                      </p:cBhvr>
                                      <p:tavLst>
                                        <p:tav tm="0">
                                          <p:val>
                                            <p:strVal val="#ppt_x"/>
                                          </p:val>
                                        </p:tav>
                                        <p:tav tm="100000">
                                          <p:val>
                                            <p:strVal val="#ppt_x"/>
                                          </p:val>
                                        </p:tav>
                                      </p:tavLst>
                                    </p:anim>
                                    <p:anim calcmode="lin" valueType="num">
                                      <p:cBhvr additive="base">
                                        <p:cTn id="25" dur="600" fill="hold"/>
                                        <p:tgtEl>
                                          <p:spTgt spid="5"/>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additive="base">
                                        <p:cTn id="29" dur="600" fill="hold"/>
                                        <p:tgtEl>
                                          <p:spTgt spid="6"/>
                                        </p:tgtEl>
                                        <p:attrNameLst>
                                          <p:attrName>ppt_x</p:attrName>
                                        </p:attrNameLst>
                                      </p:cBhvr>
                                      <p:tavLst>
                                        <p:tav tm="0">
                                          <p:val>
                                            <p:strVal val="#ppt_x"/>
                                          </p:val>
                                        </p:tav>
                                        <p:tav tm="100000">
                                          <p:val>
                                            <p:strVal val="#ppt_x"/>
                                          </p:val>
                                        </p:tav>
                                      </p:tavLst>
                                    </p:anim>
                                    <p:anim calcmode="lin" valueType="num">
                                      <p:cBhvr additive="base">
                                        <p:cTn id="30" dur="600" fill="hold"/>
                                        <p:tgtEl>
                                          <p:spTgt spid="6"/>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600"/>
                                        <p:tgtEl>
                                          <p:spTgt spid="7"/>
                                        </p:tgtEl>
                                      </p:cBhvr>
                                    </p:animEffect>
                                    <p:anim calcmode="lin" valueType="num">
                                      <p:cBhvr additive="base">
                                        <p:cTn id="34" dur="600" fill="hold"/>
                                        <p:tgtEl>
                                          <p:spTgt spid="7"/>
                                        </p:tgtEl>
                                        <p:attrNameLst>
                                          <p:attrName>ppt_x</p:attrName>
                                        </p:attrNameLst>
                                      </p:cBhvr>
                                      <p:tavLst>
                                        <p:tav tm="0">
                                          <p:val>
                                            <p:strVal val="#ppt_x"/>
                                          </p:val>
                                        </p:tav>
                                        <p:tav tm="100000">
                                          <p:val>
                                            <p:strVal val="#ppt_x"/>
                                          </p:val>
                                        </p:tav>
                                      </p:tavLst>
                                    </p:anim>
                                    <p:anim calcmode="lin" valueType="num">
                                      <p:cBhvr additive="base">
                                        <p:cTn id="35" dur="600" fill="hold"/>
                                        <p:tgtEl>
                                          <p:spTgt spid="7"/>
                                        </p:tgtEl>
                                        <p:attrNameLst>
                                          <p:attrName>ppt_y</p:attrName>
                                        </p:attrNameLst>
                                      </p:cBhvr>
                                      <p:tavLst>
                                        <p:tav tm="0">
                                          <p:val>
                                            <p:strVal val="#ppt_y+.1"/>
                                          </p:val>
                                        </p:tav>
                                        <p:tav tm="100000">
                                          <p:val>
                                            <p:strVal val="#ppt_y"/>
                                          </p:val>
                                        </p:tav>
                                      </p:tavLst>
                                    </p:anim>
                                  </p:childTnLst>
                                </p:cTn>
                              </p:par>
                            </p:childTnLst>
                          </p:cTn>
                        </p:par>
                        <p:par>
                          <p:cTn id="36" fill="hold">
                            <p:stCondLst>
                              <p:cond delay="1355"/>
                            </p:stCondLst>
                            <p:childTnLst>
                              <p:par>
                                <p:cTn id="37" presetID="22" presetClass="entr" presetSubtype="8" fill="hold"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left)">
                                      <p:cBhvr>
                                        <p:cTn id="39" dur="500"/>
                                        <p:tgtEl>
                                          <p:spTgt spid="8"/>
                                        </p:tgtEl>
                                      </p:cBhvr>
                                    </p:animEffect>
                                  </p:childTnLst>
                                </p:cTn>
                              </p:par>
                            </p:childTnLst>
                          </p:cTn>
                        </p:par>
                        <p:par>
                          <p:cTn id="40" fill="hold">
                            <p:stCondLst>
                              <p:cond delay="1750"/>
                            </p:stCondLst>
                            <p:childTnLst>
                              <p:par>
                                <p:cTn id="41" presetID="53" presetClass="entr" presetSubtype="16" fill="hold" nodeType="after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700" fill="hold"/>
                                        <p:tgtEl>
                                          <p:spTgt spid="9"/>
                                        </p:tgtEl>
                                        <p:attrNameLst>
                                          <p:attrName>ppt_w</p:attrName>
                                        </p:attrNameLst>
                                      </p:cBhvr>
                                      <p:tavLst>
                                        <p:tav tm="0">
                                          <p:val>
                                            <p:strVal val="0"/>
                                          </p:val>
                                        </p:tav>
                                        <p:tav tm="100000">
                                          <p:val>
                                            <p:strVal val="#ppt_w"/>
                                          </p:val>
                                        </p:tav>
                                      </p:tavLst>
                                    </p:anim>
                                    <p:anim calcmode="lin" valueType="num">
                                      <p:cBhvr additive="base">
                                        <p:cTn id="44" dur="700" fill="hold"/>
                                        <p:tgtEl>
                                          <p:spTgt spid="9"/>
                                        </p:tgtEl>
                                        <p:attrNameLst>
                                          <p:attrName>ppt_h</p:attrName>
                                        </p:attrNameLst>
                                      </p:cBhvr>
                                      <p:tavLst>
                                        <p:tav tm="0">
                                          <p:val>
                                            <p:strVal val="0"/>
                                          </p:val>
                                        </p:tav>
                                        <p:tav tm="100000">
                                          <p:val>
                                            <p:strVal val="#ppt_h"/>
                                          </p:val>
                                        </p:tav>
                                      </p:tavLst>
                                    </p:anim>
                                    <p:animEffect transition="in" filter="fade">
                                      <p:cBhvr>
                                        <p:cTn id="45" dur="700"/>
                                        <p:tgtEl>
                                          <p:spTgt spid="9"/>
                                        </p:tgtEl>
                                      </p:cBhvr>
                                    </p:animEffect>
                                  </p:childTnLst>
                                </p:cTn>
                              </p:par>
                              <p:par>
                                <p:cTn id="46" presetID="42" presetClass="entr" presetSubtype="0"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600"/>
                                        <p:tgtEl>
                                          <p:spTgt spid="10"/>
                                        </p:tgtEl>
                                      </p:cBhvr>
                                    </p:animEffect>
                                    <p:anim calcmode="lin" valueType="num">
                                      <p:cBhvr additive="base">
                                        <p:cTn id="49" dur="600" fill="hold"/>
                                        <p:tgtEl>
                                          <p:spTgt spid="10"/>
                                        </p:tgtEl>
                                        <p:attrNameLst>
                                          <p:attrName>ppt_x</p:attrName>
                                        </p:attrNameLst>
                                      </p:cBhvr>
                                      <p:tavLst>
                                        <p:tav tm="0">
                                          <p:val>
                                            <p:strVal val="#ppt_x"/>
                                          </p:val>
                                        </p:tav>
                                        <p:tav tm="100000">
                                          <p:val>
                                            <p:strVal val="#ppt_x"/>
                                          </p:val>
                                        </p:tav>
                                      </p:tavLst>
                                    </p:anim>
                                    <p:anim calcmode="lin" valueType="num">
                                      <p:cBhvr additive="base">
                                        <p:cTn id="50" dur="600" fill="hold"/>
                                        <p:tgtEl>
                                          <p:spTgt spid="10"/>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600"/>
                                        <p:tgtEl>
                                          <p:spTgt spid="11"/>
                                        </p:tgtEl>
                                      </p:cBhvr>
                                    </p:animEffect>
                                    <p:anim calcmode="lin" valueType="num">
                                      <p:cBhvr additive="base">
                                        <p:cTn id="54" dur="600" fill="hold"/>
                                        <p:tgtEl>
                                          <p:spTgt spid="11"/>
                                        </p:tgtEl>
                                        <p:attrNameLst>
                                          <p:attrName>ppt_x</p:attrName>
                                        </p:attrNameLst>
                                      </p:cBhvr>
                                      <p:tavLst>
                                        <p:tav tm="0">
                                          <p:val>
                                            <p:strVal val="#ppt_x"/>
                                          </p:val>
                                        </p:tav>
                                        <p:tav tm="100000">
                                          <p:val>
                                            <p:strVal val="#ppt_x"/>
                                          </p:val>
                                        </p:tav>
                                      </p:tavLst>
                                    </p:anim>
                                    <p:anim calcmode="lin" valueType="num">
                                      <p:cBhvr additive="base">
                                        <p:cTn id="55" dur="600" fill="hold"/>
                                        <p:tgtEl>
                                          <p:spTgt spid="11"/>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600"/>
                                        <p:tgtEl>
                                          <p:spTgt spid="12"/>
                                        </p:tgtEl>
                                      </p:cBhvr>
                                    </p:animEffect>
                                    <p:anim calcmode="lin" valueType="num">
                                      <p:cBhvr additive="base">
                                        <p:cTn id="59" dur="600" fill="hold"/>
                                        <p:tgtEl>
                                          <p:spTgt spid="12"/>
                                        </p:tgtEl>
                                        <p:attrNameLst>
                                          <p:attrName>ppt_x</p:attrName>
                                        </p:attrNameLst>
                                      </p:cBhvr>
                                      <p:tavLst>
                                        <p:tav tm="0">
                                          <p:val>
                                            <p:strVal val="#ppt_x"/>
                                          </p:val>
                                        </p:tav>
                                        <p:tav tm="100000">
                                          <p:val>
                                            <p:strVal val="#ppt_x"/>
                                          </p:val>
                                        </p:tav>
                                      </p:tavLst>
                                    </p:anim>
                                    <p:anim calcmode="lin" valueType="num">
                                      <p:cBhvr additive="base">
                                        <p:cTn id="60" dur="600" fill="hold"/>
                                        <p:tgtEl>
                                          <p:spTgt spid="12"/>
                                        </p:tgtEl>
                                        <p:attrNameLst>
                                          <p:attrName>ppt_y</p:attrName>
                                        </p:attrNameLst>
                                      </p:cBhvr>
                                      <p:tavLst>
                                        <p:tav tm="0">
                                          <p:val>
                                            <p:strVal val="#ppt_y+.1"/>
                                          </p:val>
                                        </p:tav>
                                        <p:tav tm="100000">
                                          <p:val>
                                            <p:strVal val="#ppt_y"/>
                                          </p:val>
                                        </p:tav>
                                      </p:tavLst>
                                    </p:anim>
                                  </p:childTnLst>
                                </p:cTn>
                              </p:par>
                            </p:childTnLst>
                          </p:cTn>
                        </p:par>
                        <p:par>
                          <p:cTn id="61" fill="hold">
                            <p:stCondLst>
                              <p:cond delay="2255"/>
                            </p:stCondLst>
                            <p:childTnLst>
                              <p:par>
                                <p:cTn id="62" presetID="22" presetClass="entr" presetSubtype="8" fill="hold"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wipe(left)">
                                      <p:cBhvr>
                                        <p:cTn id="64" dur="500"/>
                                        <p:tgtEl>
                                          <p:spTgt spid="13"/>
                                        </p:tgtEl>
                                      </p:cBhvr>
                                    </p:animEffect>
                                  </p:childTnLst>
                                </p:cTn>
                              </p:par>
                            </p:childTnLst>
                          </p:cTn>
                        </p:par>
                        <p:par>
                          <p:cTn id="65" fill="hold">
                            <p:stCondLst>
                              <p:cond delay="2650"/>
                            </p:stCondLst>
                            <p:childTnLst>
                              <p:par>
                                <p:cTn id="66" presetID="53" presetClass="entr" presetSubtype="16" fill="hold" nodeType="afterEffect">
                                  <p:stCondLst>
                                    <p:cond delay="0"/>
                                  </p:stCondLst>
                                  <p:childTnLst>
                                    <p:set>
                                      <p:cBhvr>
                                        <p:cTn id="67" dur="1" fill="hold">
                                          <p:stCondLst>
                                            <p:cond delay="0"/>
                                          </p:stCondLst>
                                        </p:cTn>
                                        <p:tgtEl>
                                          <p:spTgt spid="14"/>
                                        </p:tgtEl>
                                        <p:attrNameLst>
                                          <p:attrName>style.visibility</p:attrName>
                                        </p:attrNameLst>
                                      </p:cBhvr>
                                      <p:to>
                                        <p:strVal val="visible"/>
                                      </p:to>
                                    </p:set>
                                    <p:anim calcmode="lin" valueType="num">
                                      <p:cBhvr additive="base">
                                        <p:cTn id="68" dur="700" fill="hold"/>
                                        <p:tgtEl>
                                          <p:spTgt spid="14"/>
                                        </p:tgtEl>
                                        <p:attrNameLst>
                                          <p:attrName>ppt_w</p:attrName>
                                        </p:attrNameLst>
                                      </p:cBhvr>
                                      <p:tavLst>
                                        <p:tav tm="0">
                                          <p:val>
                                            <p:strVal val="0"/>
                                          </p:val>
                                        </p:tav>
                                        <p:tav tm="100000">
                                          <p:val>
                                            <p:strVal val="#ppt_w"/>
                                          </p:val>
                                        </p:tav>
                                      </p:tavLst>
                                    </p:anim>
                                    <p:anim calcmode="lin" valueType="num">
                                      <p:cBhvr additive="base">
                                        <p:cTn id="69" dur="700" fill="hold"/>
                                        <p:tgtEl>
                                          <p:spTgt spid="14"/>
                                        </p:tgtEl>
                                        <p:attrNameLst>
                                          <p:attrName>ppt_h</p:attrName>
                                        </p:attrNameLst>
                                      </p:cBhvr>
                                      <p:tavLst>
                                        <p:tav tm="0">
                                          <p:val>
                                            <p:strVal val="0"/>
                                          </p:val>
                                        </p:tav>
                                        <p:tav tm="100000">
                                          <p:val>
                                            <p:strVal val="#ppt_h"/>
                                          </p:val>
                                        </p:tav>
                                      </p:tavLst>
                                    </p:anim>
                                    <p:animEffect transition="in" filter="fade">
                                      <p:cBhvr>
                                        <p:cTn id="70" dur="700"/>
                                        <p:tgtEl>
                                          <p:spTgt spid="14"/>
                                        </p:tgtEl>
                                      </p:cBhvr>
                                    </p:animEffect>
                                  </p:childTnLst>
                                </p:cTn>
                              </p:par>
                              <p:par>
                                <p:cTn id="71" presetID="42"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600"/>
                                        <p:tgtEl>
                                          <p:spTgt spid="15"/>
                                        </p:tgtEl>
                                      </p:cBhvr>
                                    </p:animEffect>
                                    <p:anim calcmode="lin" valueType="num">
                                      <p:cBhvr additive="base">
                                        <p:cTn id="74" dur="600" fill="hold"/>
                                        <p:tgtEl>
                                          <p:spTgt spid="15"/>
                                        </p:tgtEl>
                                        <p:attrNameLst>
                                          <p:attrName>ppt_x</p:attrName>
                                        </p:attrNameLst>
                                      </p:cBhvr>
                                      <p:tavLst>
                                        <p:tav tm="0">
                                          <p:val>
                                            <p:strVal val="#ppt_x"/>
                                          </p:val>
                                        </p:tav>
                                        <p:tav tm="100000">
                                          <p:val>
                                            <p:strVal val="#ppt_x"/>
                                          </p:val>
                                        </p:tav>
                                      </p:tavLst>
                                    </p:anim>
                                    <p:anim calcmode="lin" valueType="num">
                                      <p:cBhvr additive="base">
                                        <p:cTn id="75" dur="600" fill="hold"/>
                                        <p:tgtEl>
                                          <p:spTgt spid="15"/>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600"/>
                                        <p:tgtEl>
                                          <p:spTgt spid="16"/>
                                        </p:tgtEl>
                                      </p:cBhvr>
                                    </p:animEffect>
                                    <p:anim calcmode="lin" valueType="num">
                                      <p:cBhvr additive="base">
                                        <p:cTn id="79" dur="600" fill="hold"/>
                                        <p:tgtEl>
                                          <p:spTgt spid="16"/>
                                        </p:tgtEl>
                                        <p:attrNameLst>
                                          <p:attrName>ppt_x</p:attrName>
                                        </p:attrNameLst>
                                      </p:cBhvr>
                                      <p:tavLst>
                                        <p:tav tm="0">
                                          <p:val>
                                            <p:strVal val="#ppt_x"/>
                                          </p:val>
                                        </p:tav>
                                        <p:tav tm="100000">
                                          <p:val>
                                            <p:strVal val="#ppt_x"/>
                                          </p:val>
                                        </p:tav>
                                      </p:tavLst>
                                    </p:anim>
                                    <p:anim calcmode="lin" valueType="num">
                                      <p:cBhvr additive="base">
                                        <p:cTn id="80" dur="600" fill="hold"/>
                                        <p:tgtEl>
                                          <p:spTgt spid="16"/>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fade">
                                      <p:cBhvr>
                                        <p:cTn id="83" dur="600"/>
                                        <p:tgtEl>
                                          <p:spTgt spid="17"/>
                                        </p:tgtEl>
                                      </p:cBhvr>
                                    </p:animEffect>
                                    <p:anim calcmode="lin" valueType="num">
                                      <p:cBhvr additive="base">
                                        <p:cTn id="84" dur="600" fill="hold"/>
                                        <p:tgtEl>
                                          <p:spTgt spid="17"/>
                                        </p:tgtEl>
                                        <p:attrNameLst>
                                          <p:attrName>ppt_x</p:attrName>
                                        </p:attrNameLst>
                                      </p:cBhvr>
                                      <p:tavLst>
                                        <p:tav tm="0">
                                          <p:val>
                                            <p:strVal val="#ppt_x"/>
                                          </p:val>
                                        </p:tav>
                                        <p:tav tm="100000">
                                          <p:val>
                                            <p:strVal val="#ppt_x"/>
                                          </p:val>
                                        </p:tav>
                                      </p:tavLst>
                                    </p:anim>
                                    <p:anim calcmode="lin" valueType="num">
                                      <p:cBhvr additive="base">
                                        <p:cTn id="85" dur="600" fill="hold"/>
                                        <p:tgtEl>
                                          <p:spTgt spid="17"/>
                                        </p:tgtEl>
                                        <p:attrNameLst>
                                          <p:attrName>ppt_y</p:attrName>
                                        </p:attrNameLst>
                                      </p:cBhvr>
                                      <p:tavLst>
                                        <p:tav tm="0">
                                          <p:val>
                                            <p:strVal val="#ppt_y+.1"/>
                                          </p:val>
                                        </p:tav>
                                        <p:tav tm="100000">
                                          <p:val>
                                            <p:strVal val="#ppt_y"/>
                                          </p:val>
                                        </p:tav>
                                      </p:tavLst>
                                    </p:anim>
                                  </p:childTnLst>
                                </p:cTn>
                              </p:par>
                            </p:childTnLst>
                          </p:cTn>
                        </p:par>
                        <p:par>
                          <p:cTn id="86" fill="hold">
                            <p:stCondLst>
                              <p:cond delay="3155"/>
                            </p:stCondLst>
                            <p:childTnLst>
                              <p:par>
                                <p:cTn id="87" presetID="22" presetClass="entr" presetSubtype="8" fill="hold" nodeType="after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wipe(left)">
                                      <p:cBhvr>
                                        <p:cTn id="89" dur="500"/>
                                        <p:tgtEl>
                                          <p:spTgt spid="18"/>
                                        </p:tgtEl>
                                      </p:cBhvr>
                                    </p:animEffect>
                                  </p:childTnLst>
                                </p:cTn>
                              </p:par>
                            </p:childTnLst>
                          </p:cTn>
                        </p:par>
                        <p:par>
                          <p:cTn id="90" fill="hold">
                            <p:stCondLst>
                              <p:cond delay="3550"/>
                            </p:stCondLst>
                            <p:childTnLst>
                              <p:par>
                                <p:cTn id="91" presetID="53" presetClass="entr" presetSubtype="16" fill="hold" nodeType="afterEffect">
                                  <p:stCondLst>
                                    <p:cond delay="0"/>
                                  </p:stCondLst>
                                  <p:childTnLst>
                                    <p:set>
                                      <p:cBhvr>
                                        <p:cTn id="92" dur="1" fill="hold">
                                          <p:stCondLst>
                                            <p:cond delay="0"/>
                                          </p:stCondLst>
                                        </p:cTn>
                                        <p:tgtEl>
                                          <p:spTgt spid="19"/>
                                        </p:tgtEl>
                                        <p:attrNameLst>
                                          <p:attrName>style.visibility</p:attrName>
                                        </p:attrNameLst>
                                      </p:cBhvr>
                                      <p:to>
                                        <p:strVal val="visible"/>
                                      </p:to>
                                    </p:set>
                                    <p:anim calcmode="lin" valueType="num">
                                      <p:cBhvr additive="base">
                                        <p:cTn id="93" dur="700" fill="hold"/>
                                        <p:tgtEl>
                                          <p:spTgt spid="19"/>
                                        </p:tgtEl>
                                        <p:attrNameLst>
                                          <p:attrName>ppt_w</p:attrName>
                                        </p:attrNameLst>
                                      </p:cBhvr>
                                      <p:tavLst>
                                        <p:tav tm="0">
                                          <p:val>
                                            <p:strVal val="0"/>
                                          </p:val>
                                        </p:tav>
                                        <p:tav tm="100000">
                                          <p:val>
                                            <p:strVal val="#ppt_w"/>
                                          </p:val>
                                        </p:tav>
                                      </p:tavLst>
                                    </p:anim>
                                    <p:anim calcmode="lin" valueType="num">
                                      <p:cBhvr additive="base">
                                        <p:cTn id="94" dur="700" fill="hold"/>
                                        <p:tgtEl>
                                          <p:spTgt spid="19"/>
                                        </p:tgtEl>
                                        <p:attrNameLst>
                                          <p:attrName>ppt_h</p:attrName>
                                        </p:attrNameLst>
                                      </p:cBhvr>
                                      <p:tavLst>
                                        <p:tav tm="0">
                                          <p:val>
                                            <p:strVal val="0"/>
                                          </p:val>
                                        </p:tav>
                                        <p:tav tm="100000">
                                          <p:val>
                                            <p:strVal val="#ppt_h"/>
                                          </p:val>
                                        </p:tav>
                                      </p:tavLst>
                                    </p:anim>
                                    <p:animEffect transition="in" filter="fade">
                                      <p:cBhvr>
                                        <p:cTn id="95" dur="700"/>
                                        <p:tgtEl>
                                          <p:spTgt spid="19"/>
                                        </p:tgtEl>
                                      </p:cBhvr>
                                    </p:animEffect>
                                  </p:childTnLst>
                                </p:cTn>
                              </p:par>
                              <p:par>
                                <p:cTn id="96" presetID="42" presetClass="entr" presetSubtype="0" fill="hold" grpId="0" nodeType="withEffect">
                                  <p:stCondLst>
                                    <p:cond delay="0"/>
                                  </p:stCondLst>
                                  <p:childTnLst>
                                    <p:set>
                                      <p:cBhvr>
                                        <p:cTn id="97" dur="1" fill="hold">
                                          <p:stCondLst>
                                            <p:cond delay="0"/>
                                          </p:stCondLst>
                                        </p:cTn>
                                        <p:tgtEl>
                                          <p:spTgt spid="20"/>
                                        </p:tgtEl>
                                        <p:attrNameLst>
                                          <p:attrName>style.visibility</p:attrName>
                                        </p:attrNameLst>
                                      </p:cBhvr>
                                      <p:to>
                                        <p:strVal val="visible"/>
                                      </p:to>
                                    </p:set>
                                    <p:animEffect transition="in" filter="fade">
                                      <p:cBhvr>
                                        <p:cTn id="98" dur="600"/>
                                        <p:tgtEl>
                                          <p:spTgt spid="20"/>
                                        </p:tgtEl>
                                      </p:cBhvr>
                                    </p:animEffect>
                                    <p:anim calcmode="lin" valueType="num">
                                      <p:cBhvr additive="base">
                                        <p:cTn id="99" dur="600" fill="hold"/>
                                        <p:tgtEl>
                                          <p:spTgt spid="20"/>
                                        </p:tgtEl>
                                        <p:attrNameLst>
                                          <p:attrName>ppt_x</p:attrName>
                                        </p:attrNameLst>
                                      </p:cBhvr>
                                      <p:tavLst>
                                        <p:tav tm="0">
                                          <p:val>
                                            <p:strVal val="#ppt_x"/>
                                          </p:val>
                                        </p:tav>
                                        <p:tav tm="100000">
                                          <p:val>
                                            <p:strVal val="#ppt_x"/>
                                          </p:val>
                                        </p:tav>
                                      </p:tavLst>
                                    </p:anim>
                                    <p:anim calcmode="lin" valueType="num">
                                      <p:cBhvr additive="base">
                                        <p:cTn id="100" dur="600" fill="hold"/>
                                        <p:tgtEl>
                                          <p:spTgt spid="20"/>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21"/>
                                        </p:tgtEl>
                                        <p:attrNameLst>
                                          <p:attrName>style.visibility</p:attrName>
                                        </p:attrNameLst>
                                      </p:cBhvr>
                                      <p:to>
                                        <p:strVal val="visible"/>
                                      </p:to>
                                    </p:set>
                                    <p:animEffect transition="in" filter="fade">
                                      <p:cBhvr>
                                        <p:cTn id="103" dur="600"/>
                                        <p:tgtEl>
                                          <p:spTgt spid="21"/>
                                        </p:tgtEl>
                                      </p:cBhvr>
                                    </p:animEffect>
                                    <p:anim calcmode="lin" valueType="num">
                                      <p:cBhvr additive="base">
                                        <p:cTn id="104" dur="600" fill="hold"/>
                                        <p:tgtEl>
                                          <p:spTgt spid="21"/>
                                        </p:tgtEl>
                                        <p:attrNameLst>
                                          <p:attrName>ppt_x</p:attrName>
                                        </p:attrNameLst>
                                      </p:cBhvr>
                                      <p:tavLst>
                                        <p:tav tm="0">
                                          <p:val>
                                            <p:strVal val="#ppt_x"/>
                                          </p:val>
                                        </p:tav>
                                        <p:tav tm="100000">
                                          <p:val>
                                            <p:strVal val="#ppt_x"/>
                                          </p:val>
                                        </p:tav>
                                      </p:tavLst>
                                    </p:anim>
                                    <p:anim calcmode="lin" valueType="num">
                                      <p:cBhvr additive="base">
                                        <p:cTn id="105" dur="600" fill="hold"/>
                                        <p:tgtEl>
                                          <p:spTgt spid="21"/>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22"/>
                                        </p:tgtEl>
                                        <p:attrNameLst>
                                          <p:attrName>style.visibility</p:attrName>
                                        </p:attrNameLst>
                                      </p:cBhvr>
                                      <p:to>
                                        <p:strVal val="visible"/>
                                      </p:to>
                                    </p:set>
                                    <p:animEffect transition="in" filter="fade">
                                      <p:cBhvr>
                                        <p:cTn id="108" dur="600"/>
                                        <p:tgtEl>
                                          <p:spTgt spid="22"/>
                                        </p:tgtEl>
                                      </p:cBhvr>
                                    </p:animEffect>
                                    <p:anim calcmode="lin" valueType="num">
                                      <p:cBhvr additive="base">
                                        <p:cTn id="109" dur="600" fill="hold"/>
                                        <p:tgtEl>
                                          <p:spTgt spid="22"/>
                                        </p:tgtEl>
                                        <p:attrNameLst>
                                          <p:attrName>ppt_x</p:attrName>
                                        </p:attrNameLst>
                                      </p:cBhvr>
                                      <p:tavLst>
                                        <p:tav tm="0">
                                          <p:val>
                                            <p:strVal val="#ppt_x"/>
                                          </p:val>
                                        </p:tav>
                                        <p:tav tm="100000">
                                          <p:val>
                                            <p:strVal val="#ppt_x"/>
                                          </p:val>
                                        </p:tav>
                                      </p:tavLst>
                                    </p:anim>
                                    <p:anim calcmode="lin" valueType="num">
                                      <p:cBhvr additive="base">
                                        <p:cTn id="110" dur="600" fill="hold"/>
                                        <p:tgtEl>
                                          <p:spTgt spid="22"/>
                                        </p:tgtEl>
                                        <p:attrNameLst>
                                          <p:attrName>ppt_y</p:attrName>
                                        </p:attrNameLst>
                                      </p:cBhvr>
                                      <p:tavLst>
                                        <p:tav tm="0">
                                          <p:val>
                                            <p:strVal val="#ppt_y+.1"/>
                                          </p:val>
                                        </p:tav>
                                        <p:tav tm="100000">
                                          <p:val>
                                            <p:strVal val="#ppt_y"/>
                                          </p:val>
                                        </p:tav>
                                      </p:tavLst>
                                    </p:anim>
                                  </p:childTnLst>
                                </p:cTn>
                              </p:par>
                            </p:childTnLst>
                          </p:cTn>
                        </p:par>
                        <p:par>
                          <p:cTn id="111" fill="hold">
                            <p:stCondLst>
                              <p:cond delay="4055"/>
                            </p:stCondLst>
                            <p:childTnLst>
                              <p:par>
                                <p:cTn id="112" presetID="22" presetClass="entr" presetSubtype="8" fill="hold" nodeType="afterEffect">
                                  <p:stCondLst>
                                    <p:cond delay="0"/>
                                  </p:stCondLst>
                                  <p:childTnLst>
                                    <p:set>
                                      <p:cBhvr>
                                        <p:cTn id="113" dur="1" fill="hold">
                                          <p:stCondLst>
                                            <p:cond delay="0"/>
                                          </p:stCondLst>
                                        </p:cTn>
                                        <p:tgtEl>
                                          <p:spTgt spid="23"/>
                                        </p:tgtEl>
                                        <p:attrNameLst>
                                          <p:attrName>style.visibility</p:attrName>
                                        </p:attrNameLst>
                                      </p:cBhvr>
                                      <p:to>
                                        <p:strVal val="visible"/>
                                      </p:to>
                                    </p:set>
                                    <p:animEffect transition="in" filter="wipe(left)">
                                      <p:cBhvr>
                                        <p:cTn id="114" dur="500"/>
                                        <p:tgtEl>
                                          <p:spTgt spid="23"/>
                                        </p:tgtEl>
                                      </p:cBhvr>
                                    </p:animEffect>
                                  </p:childTnLst>
                                </p:cTn>
                              </p:par>
                            </p:childTnLst>
                          </p:cTn>
                        </p:par>
                        <p:par>
                          <p:cTn id="115" fill="hold">
                            <p:stCondLst>
                              <p:cond delay="4450"/>
                            </p:stCondLst>
                            <p:childTnLst>
                              <p:par>
                                <p:cTn id="116" presetID="53" presetClass="entr" presetSubtype="16" fill="hold" nodeType="afterEffect">
                                  <p:stCondLst>
                                    <p:cond delay="0"/>
                                  </p:stCondLst>
                                  <p:childTnLst>
                                    <p:set>
                                      <p:cBhvr>
                                        <p:cTn id="117" dur="1" fill="hold">
                                          <p:stCondLst>
                                            <p:cond delay="0"/>
                                          </p:stCondLst>
                                        </p:cTn>
                                        <p:tgtEl>
                                          <p:spTgt spid="24"/>
                                        </p:tgtEl>
                                        <p:attrNameLst>
                                          <p:attrName>style.visibility</p:attrName>
                                        </p:attrNameLst>
                                      </p:cBhvr>
                                      <p:to>
                                        <p:strVal val="visible"/>
                                      </p:to>
                                    </p:set>
                                    <p:anim calcmode="lin" valueType="num">
                                      <p:cBhvr additive="base">
                                        <p:cTn id="118" dur="700" fill="hold"/>
                                        <p:tgtEl>
                                          <p:spTgt spid="24"/>
                                        </p:tgtEl>
                                        <p:attrNameLst>
                                          <p:attrName>ppt_w</p:attrName>
                                        </p:attrNameLst>
                                      </p:cBhvr>
                                      <p:tavLst>
                                        <p:tav tm="0">
                                          <p:val>
                                            <p:strVal val="0"/>
                                          </p:val>
                                        </p:tav>
                                        <p:tav tm="100000">
                                          <p:val>
                                            <p:strVal val="#ppt_w"/>
                                          </p:val>
                                        </p:tav>
                                      </p:tavLst>
                                    </p:anim>
                                    <p:anim calcmode="lin" valueType="num">
                                      <p:cBhvr additive="base">
                                        <p:cTn id="119" dur="700" fill="hold"/>
                                        <p:tgtEl>
                                          <p:spTgt spid="24"/>
                                        </p:tgtEl>
                                        <p:attrNameLst>
                                          <p:attrName>ppt_h</p:attrName>
                                        </p:attrNameLst>
                                      </p:cBhvr>
                                      <p:tavLst>
                                        <p:tav tm="0">
                                          <p:val>
                                            <p:strVal val="0"/>
                                          </p:val>
                                        </p:tav>
                                        <p:tav tm="100000">
                                          <p:val>
                                            <p:strVal val="#ppt_h"/>
                                          </p:val>
                                        </p:tav>
                                      </p:tavLst>
                                    </p:anim>
                                    <p:animEffect transition="in" filter="fade">
                                      <p:cBhvr>
                                        <p:cTn id="120" dur="700"/>
                                        <p:tgtEl>
                                          <p:spTgt spid="24"/>
                                        </p:tgtEl>
                                      </p:cBhvr>
                                    </p:animEffect>
                                  </p:childTnLst>
                                </p:cTn>
                              </p:par>
                              <p:par>
                                <p:cTn id="121" presetID="42" presetClass="entr" presetSubtype="0" fill="hold" grpId="0" nodeType="withEffect">
                                  <p:stCondLst>
                                    <p:cond delay="0"/>
                                  </p:stCondLst>
                                  <p:childTnLst>
                                    <p:set>
                                      <p:cBhvr>
                                        <p:cTn id="122" dur="1" fill="hold">
                                          <p:stCondLst>
                                            <p:cond delay="0"/>
                                          </p:stCondLst>
                                        </p:cTn>
                                        <p:tgtEl>
                                          <p:spTgt spid="25"/>
                                        </p:tgtEl>
                                        <p:attrNameLst>
                                          <p:attrName>style.visibility</p:attrName>
                                        </p:attrNameLst>
                                      </p:cBhvr>
                                      <p:to>
                                        <p:strVal val="visible"/>
                                      </p:to>
                                    </p:set>
                                    <p:animEffect transition="in" filter="fade">
                                      <p:cBhvr>
                                        <p:cTn id="123" dur="600"/>
                                        <p:tgtEl>
                                          <p:spTgt spid="25"/>
                                        </p:tgtEl>
                                      </p:cBhvr>
                                    </p:animEffect>
                                    <p:anim calcmode="lin" valueType="num">
                                      <p:cBhvr additive="base">
                                        <p:cTn id="124" dur="600" fill="hold"/>
                                        <p:tgtEl>
                                          <p:spTgt spid="25"/>
                                        </p:tgtEl>
                                        <p:attrNameLst>
                                          <p:attrName>ppt_x</p:attrName>
                                        </p:attrNameLst>
                                      </p:cBhvr>
                                      <p:tavLst>
                                        <p:tav tm="0">
                                          <p:val>
                                            <p:strVal val="#ppt_x"/>
                                          </p:val>
                                        </p:tav>
                                        <p:tav tm="100000">
                                          <p:val>
                                            <p:strVal val="#ppt_x"/>
                                          </p:val>
                                        </p:tav>
                                      </p:tavLst>
                                    </p:anim>
                                    <p:anim calcmode="lin" valueType="num">
                                      <p:cBhvr additive="base">
                                        <p:cTn id="125" dur="600" fill="hold"/>
                                        <p:tgtEl>
                                          <p:spTgt spid="25"/>
                                        </p:tgtEl>
                                        <p:attrNameLst>
                                          <p:attrName>ppt_y</p:attrName>
                                        </p:attrNameLst>
                                      </p:cBhvr>
                                      <p:tavLst>
                                        <p:tav tm="0">
                                          <p:val>
                                            <p:strVal val="#ppt_y+.1"/>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26"/>
                                        </p:tgtEl>
                                        <p:attrNameLst>
                                          <p:attrName>style.visibility</p:attrName>
                                        </p:attrNameLst>
                                      </p:cBhvr>
                                      <p:to>
                                        <p:strVal val="visible"/>
                                      </p:to>
                                    </p:set>
                                    <p:animEffect transition="in" filter="fade">
                                      <p:cBhvr>
                                        <p:cTn id="128" dur="600"/>
                                        <p:tgtEl>
                                          <p:spTgt spid="26"/>
                                        </p:tgtEl>
                                      </p:cBhvr>
                                    </p:animEffect>
                                    <p:anim calcmode="lin" valueType="num">
                                      <p:cBhvr additive="base">
                                        <p:cTn id="129" dur="600" fill="hold"/>
                                        <p:tgtEl>
                                          <p:spTgt spid="26"/>
                                        </p:tgtEl>
                                        <p:attrNameLst>
                                          <p:attrName>ppt_x</p:attrName>
                                        </p:attrNameLst>
                                      </p:cBhvr>
                                      <p:tavLst>
                                        <p:tav tm="0">
                                          <p:val>
                                            <p:strVal val="#ppt_x"/>
                                          </p:val>
                                        </p:tav>
                                        <p:tav tm="100000">
                                          <p:val>
                                            <p:strVal val="#ppt_x"/>
                                          </p:val>
                                        </p:tav>
                                      </p:tavLst>
                                    </p:anim>
                                    <p:anim calcmode="lin" valueType="num">
                                      <p:cBhvr additive="base">
                                        <p:cTn id="130" dur="600" fill="hold"/>
                                        <p:tgtEl>
                                          <p:spTgt spid="26"/>
                                        </p:tgtEl>
                                        <p:attrNameLst>
                                          <p:attrName>ppt_y</p:attrName>
                                        </p:attrNameLst>
                                      </p:cBhvr>
                                      <p:tavLst>
                                        <p:tav tm="0">
                                          <p:val>
                                            <p:strVal val="#ppt_y+.1"/>
                                          </p:val>
                                        </p:tav>
                                        <p:tav tm="100000">
                                          <p:val>
                                            <p:strVal val="#ppt_y"/>
                                          </p:val>
                                        </p:tav>
                                      </p:tavLst>
                                    </p:anim>
                                  </p:childTnLst>
                                </p:cTn>
                              </p:par>
                              <p:par>
                                <p:cTn id="131" presetID="42" presetClass="entr" presetSubtype="0" fill="hold" grpId="0" nodeType="withEffect">
                                  <p:stCondLst>
                                    <p:cond delay="0"/>
                                  </p:stCondLst>
                                  <p:childTnLst>
                                    <p:set>
                                      <p:cBhvr>
                                        <p:cTn id="132" dur="1" fill="hold">
                                          <p:stCondLst>
                                            <p:cond delay="0"/>
                                          </p:stCondLst>
                                        </p:cTn>
                                        <p:tgtEl>
                                          <p:spTgt spid="27"/>
                                        </p:tgtEl>
                                        <p:attrNameLst>
                                          <p:attrName>style.visibility</p:attrName>
                                        </p:attrNameLst>
                                      </p:cBhvr>
                                      <p:to>
                                        <p:strVal val="visible"/>
                                      </p:to>
                                    </p:set>
                                    <p:animEffect transition="in" filter="fade">
                                      <p:cBhvr>
                                        <p:cTn id="133" dur="600"/>
                                        <p:tgtEl>
                                          <p:spTgt spid="27"/>
                                        </p:tgtEl>
                                      </p:cBhvr>
                                    </p:animEffect>
                                    <p:anim calcmode="lin" valueType="num">
                                      <p:cBhvr additive="base">
                                        <p:cTn id="134" dur="600" fill="hold"/>
                                        <p:tgtEl>
                                          <p:spTgt spid="27"/>
                                        </p:tgtEl>
                                        <p:attrNameLst>
                                          <p:attrName>ppt_x</p:attrName>
                                        </p:attrNameLst>
                                      </p:cBhvr>
                                      <p:tavLst>
                                        <p:tav tm="0">
                                          <p:val>
                                            <p:strVal val="#ppt_x"/>
                                          </p:val>
                                        </p:tav>
                                        <p:tav tm="100000">
                                          <p:val>
                                            <p:strVal val="#ppt_x"/>
                                          </p:val>
                                        </p:tav>
                                      </p:tavLst>
                                    </p:anim>
                                    <p:anim calcmode="lin" valueType="num">
                                      <p:cBhvr additive="base">
                                        <p:cTn id="135" dur="6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7" grpId="0" animBg="1"/>
      <p:bldP spid="10" grpId="0" animBg="1"/>
      <p:bldP spid="11" grpId="0" animBg="1"/>
      <p:bldP spid="12" grpId="0" animBg="1"/>
      <p:bldP spid="15" grpId="0" animBg="1"/>
      <p:bldP spid="16" grpId="0" animBg="1"/>
      <p:bldP spid="17" grpId="0" animBg="1"/>
      <p:bldP spid="20" grpId="0" animBg="1"/>
      <p:bldP spid="21" grpId="0" animBg="1"/>
      <p:bldP spid="22" grpId="0" animBg="1"/>
      <p:bldP spid="25" grpId="0" animBg="1"/>
      <p:bldP spid="26" grpId="0" animBg="1"/>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520"/>
        </a:solidFill>
        <a:effectLst/>
      </p:bgPr>
    </p:bg>
    <p:spTree>
      <p:nvGrpSpPr>
        <p:cNvPr id="1" name=""/>
        <p:cNvGrpSpPr/>
        <p:nvPr/>
      </p:nvGrpSpPr>
      <p:grpSpPr>
        <a:xfrm>
          <a:off x="0" y="0"/>
          <a:ext cx="0" cy="0"/>
          <a:chOff x="0" y="0"/>
          <a:chExt cx="0" cy="0"/>
        </a:xfrm>
      </p:grpSpPr>
      <p:sp>
        <p:nvSpPr>
          <p:cNvPr id="2" name="a01u_85"/>
          <p:cNvSpPr txBox="1"/>
          <p:nvPr/>
        </p:nvSpPr>
        <p:spPr>
          <a:xfrm>
            <a:off x="685800" y="457200"/>
            <a:ext cx="10820095" cy="292608"/>
          </a:xfrm>
          <a:prstGeom prst="rect">
            <a:avLst/>
          </a:prstGeom>
          <a:noFill/>
          <a:ln/>
        </p:spPr>
        <p:txBody>
          <a:bodyPr wrap="square" lIns="0" tIns="0" rIns="0" bIns="0" rtlCol="0" anchor="ctr"/>
          <a:lstStyle/>
          <a:p>
            <a:pPr marL="0" indent="0">
              <a:buNone/>
            </a:pPr>
            <a:r>
              <a:rPr lang="en-US" sz="1300" b="1" kern="0" spc="300" dirty="0">
                <a:solidFill>
                  <a:srgbClr val="E59BC3"/>
                </a:solidFill>
                <a:latin typeface="Calibri" pitchFamily="34" charset="0"/>
                <a:ea typeface="Calibri" pitchFamily="34" charset="-122"/>
                <a:cs typeface="Calibri" pitchFamily="34" charset="-120"/>
              </a:rPr>
              <a:t>FILMAGENDA EN FILMDETAIL</a:t>
            </a:r>
            <a:endParaRPr lang="en-US" sz="1300" dirty="0"/>
          </a:p>
        </p:txBody>
      </p:sp>
      <p:sp>
        <p:nvSpPr>
          <p:cNvPr id="3" name="a01u_86"/>
          <p:cNvSpPr txBox="1"/>
          <p:nvPr/>
        </p:nvSpPr>
        <p:spPr>
          <a:xfrm>
            <a:off x="685800" y="749808"/>
            <a:ext cx="10820095" cy="731520"/>
          </a:xfrm>
          <a:prstGeom prst="rect">
            <a:avLst/>
          </a:prstGeom>
          <a:noFill/>
          <a:ln/>
        </p:spPr>
        <p:txBody>
          <a:bodyPr wrap="square" lIns="0" tIns="0" rIns="0" bIns="0" rtlCol="0" anchor="t"/>
          <a:lstStyle/>
          <a:p>
            <a:pPr marL="0" indent="0">
              <a:buNone/>
            </a:pPr>
            <a:r>
              <a:rPr lang="en-US" sz="4000" b="1" dirty="0">
                <a:solidFill>
                  <a:srgbClr val="F4EEF2"/>
                </a:solidFill>
                <a:latin typeface="Bahnschrift SemiCondensed" pitchFamily="34" charset="0"/>
                <a:ea typeface="Bahnschrift SemiCondensed" pitchFamily="34" charset="-122"/>
                <a:cs typeface="Bahnschrift SemiCondensed" pitchFamily="34" charset="-120"/>
              </a:rPr>
              <a:t>ALLE FILMS, LIVE UIT DE API</a:t>
            </a:r>
            <a:endParaRPr lang="en-US" sz="4000" dirty="0"/>
          </a:p>
        </p:txBody>
      </p:sp>
      <p:pic>
        <p:nvPicPr>
          <p:cNvPr id="4" name="a02z_87" descr="f-films.png"/>
          <p:cNvPicPr>
            <a:picLocks noChangeAspect="1"/>
          </p:cNvPicPr>
          <p:nvPr/>
        </p:nvPicPr>
        <p:blipFill>
          <a:blip r:embed="rId3"/>
          <a:stretch>
            <a:fillRect/>
          </a:stretch>
        </p:blipFill>
        <p:spPr>
          <a:xfrm>
            <a:off x="685800" y="1828800"/>
            <a:ext cx="5227168" cy="2789570"/>
          </a:xfrm>
          <a:prstGeom prst="rect">
            <a:avLst/>
          </a:prstGeom>
        </p:spPr>
      </p:pic>
      <p:pic>
        <p:nvPicPr>
          <p:cNvPr id="5" name="a03z_88" descr="f-detail.png"/>
          <p:cNvPicPr>
            <a:picLocks noChangeAspect="1"/>
          </p:cNvPicPr>
          <p:nvPr/>
        </p:nvPicPr>
        <p:blipFill>
          <a:blip r:embed="rId4"/>
          <a:stretch>
            <a:fillRect/>
          </a:stretch>
        </p:blipFill>
        <p:spPr>
          <a:xfrm>
            <a:off x="6278728" y="1828800"/>
            <a:ext cx="5227168" cy="2789570"/>
          </a:xfrm>
          <a:prstGeom prst="rect">
            <a:avLst/>
          </a:prstGeom>
        </p:spPr>
      </p:pic>
      <p:sp>
        <p:nvSpPr>
          <p:cNvPr id="6" name="a02u_89"/>
          <p:cNvSpPr txBox="1"/>
          <p:nvPr/>
        </p:nvSpPr>
        <p:spPr>
          <a:xfrm>
            <a:off x="685800" y="4755530"/>
            <a:ext cx="5227168" cy="365760"/>
          </a:xfrm>
          <a:prstGeom prst="rect">
            <a:avLst/>
          </a:prstGeom>
          <a:noFill/>
          <a:ln/>
        </p:spPr>
        <p:txBody>
          <a:bodyPr wrap="square" lIns="0" tIns="0" rIns="0" bIns="0" rtlCol="0" anchor="ctr"/>
          <a:lstStyle/>
          <a:p>
            <a:pPr marL="0" indent="0">
              <a:buNone/>
            </a:pPr>
            <a:r>
              <a:rPr lang="en-US" sz="1500" b="1" dirty="0">
                <a:solidFill>
                  <a:srgbClr val="F4EEF2"/>
                </a:solidFill>
                <a:latin typeface="Calibri" pitchFamily="34" charset="0"/>
                <a:ea typeface="Calibri" pitchFamily="34" charset="-122"/>
                <a:cs typeface="Calibri" pitchFamily="34" charset="-120"/>
              </a:rPr>
              <a:t>Filmagenda: </a:t>
            </a:r>
            <a:r>
              <a:rPr lang="en-US" sz="1500" dirty="0">
                <a:solidFill>
                  <a:srgbClr val="BBA9B6"/>
                </a:solidFill>
                <a:latin typeface="Calibri" pitchFamily="34" charset="0"/>
                <a:ea typeface="Calibri" pitchFamily="34" charset="-122"/>
                <a:cs typeface="Calibri" pitchFamily="34" charset="-120"/>
              </a:rPr>
              <a:t>poster, cijfer en korte tekst.</a:t>
            </a:r>
            <a:endParaRPr lang="en-US" sz="1500" dirty="0"/>
          </a:p>
        </p:txBody>
      </p:sp>
      <p:sp>
        <p:nvSpPr>
          <p:cNvPr id="7" name="a03u_90"/>
          <p:cNvSpPr txBox="1"/>
          <p:nvPr/>
        </p:nvSpPr>
        <p:spPr>
          <a:xfrm>
            <a:off x="6278728" y="4755530"/>
            <a:ext cx="5227168" cy="365760"/>
          </a:xfrm>
          <a:prstGeom prst="rect">
            <a:avLst/>
          </a:prstGeom>
          <a:noFill/>
          <a:ln/>
        </p:spPr>
        <p:txBody>
          <a:bodyPr wrap="square" lIns="0" tIns="0" rIns="0" bIns="0" rtlCol="0" anchor="ctr"/>
          <a:lstStyle/>
          <a:p>
            <a:pPr marL="0" indent="0">
              <a:buNone/>
            </a:pPr>
            <a:r>
              <a:rPr lang="en-US" sz="1500" b="1" dirty="0">
                <a:solidFill>
                  <a:srgbClr val="F4EEF2"/>
                </a:solidFill>
                <a:latin typeface="Calibri" pitchFamily="34" charset="0"/>
                <a:ea typeface="Calibri" pitchFamily="34" charset="-122"/>
                <a:cs typeface="Calibri" pitchFamily="34" charset="-120"/>
              </a:rPr>
              <a:t>Filmdetail: </a:t>
            </a:r>
            <a:r>
              <a:rPr lang="en-US" sz="1500" dirty="0">
                <a:solidFill>
                  <a:srgbClr val="BBA9B6"/>
                </a:solidFill>
                <a:latin typeface="Calibri" pitchFamily="34" charset="0"/>
                <a:ea typeface="Calibri" pitchFamily="34" charset="-122"/>
                <a:cs typeface="Calibri" pitchFamily="34" charset="-120"/>
              </a:rPr>
              <a:t>info en alle tijden als knoppen.</a:t>
            </a:r>
            <a:endParaRPr lang="en-US" sz="1500" dirty="0"/>
          </a:p>
        </p:txBody>
      </p:sp>
      <p:sp>
        <p:nvSpPr>
          <p:cNvPr id="8" name="Text 4"/>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9" name="Text 5"/>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Lucas · 6/20</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additive="base">
                                        <p:cTn id="8" dur="600" fill="hold"/>
                                        <p:tgtEl>
                                          <p:spTgt spid="2"/>
                                        </p:tgtEl>
                                        <p:attrNameLst>
                                          <p:attrName>ppt_x</p:attrName>
                                        </p:attrNameLst>
                                      </p:cBhvr>
                                      <p:tavLst>
                                        <p:tav tm="0">
                                          <p:val>
                                            <p:strVal val="#ppt_x"/>
                                          </p:val>
                                        </p:tav>
                                        <p:tav tm="100000">
                                          <p:val>
                                            <p:strVal val="#ppt_x"/>
                                          </p:val>
                                        </p:tav>
                                      </p:tavLst>
                                    </p:anim>
                                    <p:anim calcmode="lin" valueType="num">
                                      <p:cBhvr additive="base">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850"/>
                            </p:stCondLst>
                            <p:childTnLst>
                              <p:par>
                                <p:cTn id="16" presetID="53" presetClass="entr" presetSubtype="16"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700" fill="hold"/>
                                        <p:tgtEl>
                                          <p:spTgt spid="4"/>
                                        </p:tgtEl>
                                        <p:attrNameLst>
                                          <p:attrName>ppt_w</p:attrName>
                                        </p:attrNameLst>
                                      </p:cBhvr>
                                      <p:tavLst>
                                        <p:tav tm="0">
                                          <p:val>
                                            <p:strVal val="0"/>
                                          </p:val>
                                        </p:tav>
                                        <p:tav tm="100000">
                                          <p:val>
                                            <p:strVal val="#ppt_w"/>
                                          </p:val>
                                        </p:tav>
                                      </p:tavLst>
                                    </p:anim>
                                    <p:anim calcmode="lin" valueType="num">
                                      <p:cBhvr additive="base">
                                        <p:cTn id="19" dur="700" fill="hold"/>
                                        <p:tgtEl>
                                          <p:spTgt spid="4"/>
                                        </p:tgtEl>
                                        <p:attrNameLst>
                                          <p:attrName>ppt_h</p:attrName>
                                        </p:attrNameLst>
                                      </p:cBhvr>
                                      <p:tavLst>
                                        <p:tav tm="0">
                                          <p:val>
                                            <p:strVal val="0"/>
                                          </p:val>
                                        </p:tav>
                                        <p:tav tm="100000">
                                          <p:val>
                                            <p:strVal val="#ppt_h"/>
                                          </p:val>
                                        </p:tav>
                                      </p:tavLst>
                                    </p:anim>
                                    <p:animEffect transition="in" filter="fade">
                                      <p:cBhvr>
                                        <p:cTn id="20" dur="700"/>
                                        <p:tgtEl>
                                          <p:spTgt spid="4"/>
                                        </p:tgtEl>
                                      </p:cBhvr>
                                    </p:animEffect>
                                  </p:childTnLst>
                                </p:cTn>
                              </p:par>
                              <p:par>
                                <p:cTn id="21" presetID="42"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additive="base">
                                        <p:cTn id="24" dur="600" fill="hold"/>
                                        <p:tgtEl>
                                          <p:spTgt spid="6"/>
                                        </p:tgtEl>
                                        <p:attrNameLst>
                                          <p:attrName>ppt_x</p:attrName>
                                        </p:attrNameLst>
                                      </p:cBhvr>
                                      <p:tavLst>
                                        <p:tav tm="0">
                                          <p:val>
                                            <p:strVal val="#ppt_x"/>
                                          </p:val>
                                        </p:tav>
                                        <p:tav tm="100000">
                                          <p:val>
                                            <p:strVal val="#ppt_x"/>
                                          </p:val>
                                        </p:tav>
                                      </p:tavLst>
                                    </p:anim>
                                    <p:anim calcmode="lin" valueType="num">
                                      <p:cBhvr additive="base">
                                        <p:cTn id="25" dur="600" fill="hold"/>
                                        <p:tgtEl>
                                          <p:spTgt spid="6"/>
                                        </p:tgtEl>
                                        <p:attrNameLst>
                                          <p:attrName>ppt_y</p:attrName>
                                        </p:attrNameLst>
                                      </p:cBhvr>
                                      <p:tavLst>
                                        <p:tav tm="0">
                                          <p:val>
                                            <p:strVal val="#ppt_y+.1"/>
                                          </p:val>
                                        </p:tav>
                                        <p:tav tm="100000">
                                          <p:val>
                                            <p:strVal val="#ppt_y"/>
                                          </p:val>
                                        </p:tav>
                                      </p:tavLst>
                                    </p:anim>
                                  </p:childTnLst>
                                </p:cTn>
                              </p:par>
                            </p:childTnLst>
                          </p:cTn>
                        </p:par>
                        <p:par>
                          <p:cTn id="26" fill="hold">
                            <p:stCondLst>
                              <p:cond delay="1355"/>
                            </p:stCondLst>
                            <p:childTnLst>
                              <p:par>
                                <p:cTn id="27" presetID="53" presetClass="entr" presetSubtype="16" fill="hold" nodeType="after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700" fill="hold"/>
                                        <p:tgtEl>
                                          <p:spTgt spid="5"/>
                                        </p:tgtEl>
                                        <p:attrNameLst>
                                          <p:attrName>ppt_w</p:attrName>
                                        </p:attrNameLst>
                                      </p:cBhvr>
                                      <p:tavLst>
                                        <p:tav tm="0">
                                          <p:val>
                                            <p:strVal val="0"/>
                                          </p:val>
                                        </p:tav>
                                        <p:tav tm="100000">
                                          <p:val>
                                            <p:strVal val="#ppt_w"/>
                                          </p:val>
                                        </p:tav>
                                      </p:tavLst>
                                    </p:anim>
                                    <p:anim calcmode="lin" valueType="num">
                                      <p:cBhvr additive="base">
                                        <p:cTn id="30" dur="700" fill="hold"/>
                                        <p:tgtEl>
                                          <p:spTgt spid="5"/>
                                        </p:tgtEl>
                                        <p:attrNameLst>
                                          <p:attrName>ppt_h</p:attrName>
                                        </p:attrNameLst>
                                      </p:cBhvr>
                                      <p:tavLst>
                                        <p:tav tm="0">
                                          <p:val>
                                            <p:strVal val="0"/>
                                          </p:val>
                                        </p:tav>
                                        <p:tav tm="100000">
                                          <p:val>
                                            <p:strVal val="#ppt_h"/>
                                          </p:val>
                                        </p:tav>
                                      </p:tavLst>
                                    </p:anim>
                                    <p:animEffect transition="in" filter="fade">
                                      <p:cBhvr>
                                        <p:cTn id="31" dur="700"/>
                                        <p:tgtEl>
                                          <p:spTgt spid="5"/>
                                        </p:tgtEl>
                                      </p:cBhvr>
                                    </p:animEffect>
                                  </p:childTnLst>
                                </p:cTn>
                              </p:par>
                              <p:par>
                                <p:cTn id="32" presetID="42"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600"/>
                                        <p:tgtEl>
                                          <p:spTgt spid="7"/>
                                        </p:tgtEl>
                                      </p:cBhvr>
                                    </p:animEffect>
                                    <p:anim calcmode="lin" valueType="num">
                                      <p:cBhvr additive="base">
                                        <p:cTn id="35" dur="600" fill="hold"/>
                                        <p:tgtEl>
                                          <p:spTgt spid="7"/>
                                        </p:tgtEl>
                                        <p:attrNameLst>
                                          <p:attrName>ppt_x</p:attrName>
                                        </p:attrNameLst>
                                      </p:cBhvr>
                                      <p:tavLst>
                                        <p:tav tm="0">
                                          <p:val>
                                            <p:strVal val="#ppt_x"/>
                                          </p:val>
                                        </p:tav>
                                        <p:tav tm="100000">
                                          <p:val>
                                            <p:strVal val="#ppt_x"/>
                                          </p:val>
                                        </p:tav>
                                      </p:tavLst>
                                    </p:anim>
                                    <p:anim calcmode="lin" valueType="num">
                                      <p:cBhvr additive="base">
                                        <p:cTn id="36" dur="6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016"/>
        </a:solidFill>
        <a:effectLst/>
      </p:bgPr>
    </p:bg>
    <p:spTree>
      <p:nvGrpSpPr>
        <p:cNvPr id="1" name=""/>
        <p:cNvGrpSpPr/>
        <p:nvPr/>
      </p:nvGrpSpPr>
      <p:grpSpPr>
        <a:xfrm>
          <a:off x="0" y="0"/>
          <a:ext cx="0" cy="0"/>
          <a:chOff x="0" y="0"/>
          <a:chExt cx="0" cy="0"/>
        </a:xfrm>
      </p:grpSpPr>
      <p:sp>
        <p:nvSpPr>
          <p:cNvPr id="2" name="a01u_91"/>
          <p:cNvSpPr txBox="1"/>
          <p:nvPr/>
        </p:nvSpPr>
        <p:spPr>
          <a:xfrm>
            <a:off x="685800" y="457200"/>
            <a:ext cx="10820095" cy="292608"/>
          </a:xfrm>
          <a:prstGeom prst="rect">
            <a:avLst/>
          </a:prstGeom>
          <a:noFill/>
          <a:ln/>
        </p:spPr>
        <p:txBody>
          <a:bodyPr wrap="square" lIns="0" tIns="0" rIns="0" bIns="0" rtlCol="0" anchor="ctr"/>
          <a:lstStyle/>
          <a:p>
            <a:pPr marL="0" indent="0">
              <a:buNone/>
            </a:pPr>
            <a:r>
              <a:rPr lang="en-US" sz="1300" b="1" kern="0" spc="300" dirty="0">
                <a:solidFill>
                  <a:srgbClr val="E59BC3"/>
                </a:solidFill>
                <a:latin typeface="Calibri" pitchFamily="34" charset="0"/>
                <a:ea typeface="Calibri" pitchFamily="34" charset="-122"/>
                <a:cs typeface="Calibri" pitchFamily="34" charset="-120"/>
              </a:rPr>
              <a:t>DE HOMEPAGE</a:t>
            </a:r>
            <a:endParaRPr lang="en-US" sz="1300" dirty="0"/>
          </a:p>
        </p:txBody>
      </p:sp>
      <p:sp>
        <p:nvSpPr>
          <p:cNvPr id="3" name="a01u_92"/>
          <p:cNvSpPr txBox="1"/>
          <p:nvPr/>
        </p:nvSpPr>
        <p:spPr>
          <a:xfrm>
            <a:off x="685800" y="749808"/>
            <a:ext cx="10820095" cy="731520"/>
          </a:xfrm>
          <a:prstGeom prst="rect">
            <a:avLst/>
          </a:prstGeom>
          <a:noFill/>
          <a:ln/>
        </p:spPr>
        <p:txBody>
          <a:bodyPr wrap="square" lIns="0" tIns="0" rIns="0" bIns="0" rtlCol="0" anchor="t"/>
          <a:lstStyle/>
          <a:p>
            <a:pPr marL="0" indent="0">
              <a:buNone/>
            </a:pPr>
            <a:r>
              <a:rPr lang="en-US" sz="4000" b="1" dirty="0">
                <a:solidFill>
                  <a:srgbClr val="F4EEF2"/>
                </a:solidFill>
                <a:latin typeface="Bahnschrift SemiCondensed" pitchFamily="34" charset="0"/>
                <a:ea typeface="Bahnschrift SemiCondensed" pitchFamily="34" charset="-122"/>
                <a:cs typeface="Bahnschrift SemiCondensed" pitchFamily="34" charset="-120"/>
              </a:rPr>
              <a:t>WELKOM BIJ ANNEXBIOS</a:t>
            </a:r>
            <a:endParaRPr lang="en-US" sz="4000" dirty="0"/>
          </a:p>
        </p:txBody>
      </p:sp>
      <p:pic>
        <p:nvPicPr>
          <p:cNvPr id="4" name="a02z_93" descr="f-home.png"/>
          <p:cNvPicPr>
            <a:picLocks noChangeAspect="1"/>
          </p:cNvPicPr>
          <p:nvPr/>
        </p:nvPicPr>
        <p:blipFill>
          <a:blip r:embed="rId3"/>
          <a:stretch>
            <a:fillRect/>
          </a:stretch>
        </p:blipFill>
        <p:spPr>
          <a:xfrm>
            <a:off x="685800" y="1783080"/>
            <a:ext cx="6309360" cy="3601734"/>
          </a:xfrm>
          <a:prstGeom prst="rect">
            <a:avLst/>
          </a:prstGeom>
        </p:spPr>
      </p:pic>
      <p:pic>
        <p:nvPicPr>
          <p:cNvPr id="5" name="a03z_94" descr="t-slider.png"/>
          <p:cNvPicPr>
            <a:picLocks noChangeAspect="1"/>
          </p:cNvPicPr>
          <p:nvPr/>
        </p:nvPicPr>
        <p:blipFill>
          <a:blip r:embed="rId4"/>
          <a:stretch>
            <a:fillRect/>
          </a:stretch>
        </p:blipFill>
        <p:spPr>
          <a:xfrm>
            <a:off x="7315200" y="1783080"/>
            <a:ext cx="4187952" cy="1874520"/>
          </a:xfrm>
          <a:prstGeom prst="rect">
            <a:avLst/>
          </a:prstGeom>
        </p:spPr>
      </p:pic>
      <p:sp>
        <p:nvSpPr>
          <p:cNvPr id="6" name="a04u_95"/>
          <p:cNvSpPr txBox="1"/>
          <p:nvPr/>
        </p:nvSpPr>
        <p:spPr>
          <a:xfrm>
            <a:off x="7315200" y="3931920"/>
            <a:ext cx="4187952"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BBA9B6"/>
                </a:solidFill>
                <a:latin typeface="Calibri" pitchFamily="34" charset="0"/>
                <a:ea typeface="Calibri" pitchFamily="34" charset="-122"/>
                <a:cs typeface="Calibri" pitchFamily="34" charset="-120"/>
              </a:rPr>
              <a:t>Grote afbeelding: de medewerker kan hem veranderen in admin.</a:t>
            </a:r>
            <a:endParaRPr lang="en-US" sz="1600" dirty="0"/>
          </a:p>
          <a:p>
            <a:pPr marL="342900" indent="-342900">
              <a:spcAft>
                <a:spcPts val="800"/>
              </a:spcAft>
              <a:buSzPct val="100000"/>
              <a:buChar char="▸"/>
            </a:pPr>
            <a:r>
              <a:rPr lang="en-US" sz="1600" dirty="0">
                <a:solidFill>
                  <a:srgbClr val="BBA9B6"/>
                </a:solidFill>
                <a:latin typeface="Calibri" pitchFamily="34" charset="0"/>
                <a:ea typeface="Calibri" pitchFamily="34" charset="-122"/>
                <a:cs typeface="Calibri" pitchFamily="34" charset="-120"/>
              </a:rPr>
              <a:t>Slider "Nu draaiend" met pijltjes.</a:t>
            </a:r>
            <a:endParaRPr lang="en-US" sz="1600" dirty="0"/>
          </a:p>
          <a:p>
            <a:pPr marL="342900" indent="-342900">
              <a:spcAft>
                <a:spcPts val="800"/>
              </a:spcAft>
              <a:buSzPct val="100000"/>
              <a:buChar char="▸"/>
            </a:pPr>
            <a:r>
              <a:rPr lang="en-US" sz="1600" dirty="0">
                <a:solidFill>
                  <a:srgbClr val="BBA9B6"/>
                </a:solidFill>
                <a:latin typeface="Calibri" pitchFamily="34" charset="0"/>
                <a:ea typeface="Calibri" pitchFamily="34" charset="-122"/>
                <a:cs typeface="Calibri" pitchFamily="34" charset="-120"/>
              </a:rPr>
              <a:t>Knop naar de filmagenda.</a:t>
            </a:r>
            <a:endParaRPr lang="en-US" sz="1600" dirty="0"/>
          </a:p>
        </p:txBody>
      </p:sp>
      <p:sp>
        <p:nvSpPr>
          <p:cNvPr id="7" name="Text 3"/>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8" name="Text 4"/>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Deny · 7/20</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additive="base">
                                        <p:cTn id="8" dur="600" fill="hold"/>
                                        <p:tgtEl>
                                          <p:spTgt spid="2"/>
                                        </p:tgtEl>
                                        <p:attrNameLst>
                                          <p:attrName>ppt_x</p:attrName>
                                        </p:attrNameLst>
                                      </p:cBhvr>
                                      <p:tavLst>
                                        <p:tav tm="0">
                                          <p:val>
                                            <p:strVal val="#ppt_x"/>
                                          </p:val>
                                        </p:tav>
                                        <p:tav tm="100000">
                                          <p:val>
                                            <p:strVal val="#ppt_x"/>
                                          </p:val>
                                        </p:tav>
                                      </p:tavLst>
                                    </p:anim>
                                    <p:anim calcmode="lin" valueType="num">
                                      <p:cBhvr additive="base">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850"/>
                            </p:stCondLst>
                            <p:childTnLst>
                              <p:par>
                                <p:cTn id="16" presetID="53" presetClass="entr" presetSubtype="16"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700" fill="hold"/>
                                        <p:tgtEl>
                                          <p:spTgt spid="4"/>
                                        </p:tgtEl>
                                        <p:attrNameLst>
                                          <p:attrName>ppt_w</p:attrName>
                                        </p:attrNameLst>
                                      </p:cBhvr>
                                      <p:tavLst>
                                        <p:tav tm="0">
                                          <p:val>
                                            <p:strVal val="0"/>
                                          </p:val>
                                        </p:tav>
                                        <p:tav tm="100000">
                                          <p:val>
                                            <p:strVal val="#ppt_w"/>
                                          </p:val>
                                        </p:tav>
                                      </p:tavLst>
                                    </p:anim>
                                    <p:anim calcmode="lin" valueType="num">
                                      <p:cBhvr additive="base">
                                        <p:cTn id="19" dur="700" fill="hold"/>
                                        <p:tgtEl>
                                          <p:spTgt spid="4"/>
                                        </p:tgtEl>
                                        <p:attrNameLst>
                                          <p:attrName>ppt_h</p:attrName>
                                        </p:attrNameLst>
                                      </p:cBhvr>
                                      <p:tavLst>
                                        <p:tav tm="0">
                                          <p:val>
                                            <p:strVal val="0"/>
                                          </p:val>
                                        </p:tav>
                                        <p:tav tm="100000">
                                          <p:val>
                                            <p:strVal val="#ppt_h"/>
                                          </p:val>
                                        </p:tav>
                                      </p:tavLst>
                                    </p:anim>
                                    <p:animEffect transition="in" filter="fade">
                                      <p:cBhvr>
                                        <p:cTn id="20" dur="700"/>
                                        <p:tgtEl>
                                          <p:spTgt spid="4"/>
                                        </p:tgtEl>
                                      </p:cBhvr>
                                    </p:animEffect>
                                  </p:childTnLst>
                                </p:cTn>
                              </p:par>
                            </p:childTnLst>
                          </p:cTn>
                        </p:par>
                        <p:par>
                          <p:cTn id="21" fill="hold">
                            <p:stCondLst>
                              <p:cond delay="1355"/>
                            </p:stCondLst>
                            <p:childTnLst>
                              <p:par>
                                <p:cTn id="22" presetID="53" presetClass="entr" presetSubtype="16"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700" fill="hold"/>
                                        <p:tgtEl>
                                          <p:spTgt spid="5"/>
                                        </p:tgtEl>
                                        <p:attrNameLst>
                                          <p:attrName>ppt_w</p:attrName>
                                        </p:attrNameLst>
                                      </p:cBhvr>
                                      <p:tavLst>
                                        <p:tav tm="0">
                                          <p:val>
                                            <p:strVal val="0"/>
                                          </p:val>
                                        </p:tav>
                                        <p:tav tm="100000">
                                          <p:val>
                                            <p:strVal val="#ppt_w"/>
                                          </p:val>
                                        </p:tav>
                                      </p:tavLst>
                                    </p:anim>
                                    <p:anim calcmode="lin" valueType="num">
                                      <p:cBhvr additive="base">
                                        <p:cTn id="25" dur="700" fill="hold"/>
                                        <p:tgtEl>
                                          <p:spTgt spid="5"/>
                                        </p:tgtEl>
                                        <p:attrNameLst>
                                          <p:attrName>ppt_h</p:attrName>
                                        </p:attrNameLst>
                                      </p:cBhvr>
                                      <p:tavLst>
                                        <p:tav tm="0">
                                          <p:val>
                                            <p:strVal val="0"/>
                                          </p:val>
                                        </p:tav>
                                        <p:tav tm="100000">
                                          <p:val>
                                            <p:strVal val="#ppt_h"/>
                                          </p:val>
                                        </p:tav>
                                      </p:tavLst>
                                    </p:anim>
                                    <p:animEffect transition="in" filter="fade">
                                      <p:cBhvr>
                                        <p:cTn id="26" dur="700"/>
                                        <p:tgtEl>
                                          <p:spTgt spid="5"/>
                                        </p:tgtEl>
                                      </p:cBhvr>
                                    </p:animEffect>
                                  </p:childTnLst>
                                </p:cTn>
                              </p:par>
                            </p:childTnLst>
                          </p:cTn>
                        </p:par>
                        <p:par>
                          <p:cTn id="27" fill="hold">
                            <p:stCondLst>
                              <p:cond delay="1860"/>
                            </p:stCondLst>
                            <p:childTnLst>
                              <p:par>
                                <p:cTn id="28" presetID="42" presetClass="entr" presetSubtype="0"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600"/>
                                        <p:tgtEl>
                                          <p:spTgt spid="6"/>
                                        </p:tgtEl>
                                      </p:cBhvr>
                                    </p:animEffect>
                                    <p:anim calcmode="lin" valueType="num">
                                      <p:cBhvr additive="base">
                                        <p:cTn id="31" dur="600" fill="hold"/>
                                        <p:tgtEl>
                                          <p:spTgt spid="6"/>
                                        </p:tgtEl>
                                        <p:attrNameLst>
                                          <p:attrName>ppt_x</p:attrName>
                                        </p:attrNameLst>
                                      </p:cBhvr>
                                      <p:tavLst>
                                        <p:tav tm="0">
                                          <p:val>
                                            <p:strVal val="#ppt_x"/>
                                          </p:val>
                                        </p:tav>
                                        <p:tav tm="100000">
                                          <p:val>
                                            <p:strVal val="#ppt_x"/>
                                          </p:val>
                                        </p:tav>
                                      </p:tavLst>
                                    </p:anim>
                                    <p:anim calcmode="lin" valueType="num">
                                      <p:cBhvr additive="base">
                                        <p:cTn id="32" dur="6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520"/>
        </a:solidFill>
        <a:effectLst/>
      </p:bgPr>
    </p:bg>
    <p:spTree>
      <p:nvGrpSpPr>
        <p:cNvPr id="1" name=""/>
        <p:cNvGrpSpPr/>
        <p:nvPr/>
      </p:nvGrpSpPr>
      <p:grpSpPr>
        <a:xfrm>
          <a:off x="0" y="0"/>
          <a:ext cx="0" cy="0"/>
          <a:chOff x="0" y="0"/>
          <a:chExt cx="0" cy="0"/>
        </a:xfrm>
      </p:grpSpPr>
      <p:sp>
        <p:nvSpPr>
          <p:cNvPr id="2" name="a01u_96"/>
          <p:cNvSpPr txBox="1"/>
          <p:nvPr/>
        </p:nvSpPr>
        <p:spPr>
          <a:xfrm>
            <a:off x="685800" y="457200"/>
            <a:ext cx="10820095" cy="292608"/>
          </a:xfrm>
          <a:prstGeom prst="rect">
            <a:avLst/>
          </a:prstGeom>
          <a:noFill/>
          <a:ln/>
        </p:spPr>
        <p:txBody>
          <a:bodyPr wrap="square" lIns="0" tIns="0" rIns="0" bIns="0" rtlCol="0" anchor="ctr"/>
          <a:lstStyle/>
          <a:p>
            <a:pPr marL="0" indent="0">
              <a:buNone/>
            </a:pPr>
            <a:r>
              <a:rPr lang="en-US" sz="1300" b="1" kern="0" spc="300" dirty="0">
                <a:solidFill>
                  <a:srgbClr val="E59BC3"/>
                </a:solidFill>
                <a:latin typeface="Calibri" pitchFamily="34" charset="0"/>
                <a:ea typeface="Calibri" pitchFamily="34" charset="-122"/>
                <a:cs typeface="Calibri" pitchFamily="34" charset="-120"/>
              </a:rPr>
              <a:t>HET DESIGN</a:t>
            </a:r>
            <a:endParaRPr lang="en-US" sz="1300" dirty="0"/>
          </a:p>
        </p:txBody>
      </p:sp>
      <p:sp>
        <p:nvSpPr>
          <p:cNvPr id="3" name="a01u_97"/>
          <p:cNvSpPr txBox="1"/>
          <p:nvPr/>
        </p:nvSpPr>
        <p:spPr>
          <a:xfrm>
            <a:off x="685800" y="749808"/>
            <a:ext cx="10820095" cy="731520"/>
          </a:xfrm>
          <a:prstGeom prst="rect">
            <a:avLst/>
          </a:prstGeom>
          <a:noFill/>
          <a:ln/>
        </p:spPr>
        <p:txBody>
          <a:bodyPr wrap="square" lIns="0" tIns="0" rIns="0" bIns="0" rtlCol="0" anchor="t"/>
          <a:lstStyle/>
          <a:p>
            <a:pPr marL="0" indent="0">
              <a:buNone/>
            </a:pPr>
            <a:r>
              <a:rPr lang="en-US" sz="4000" b="1" dirty="0">
                <a:solidFill>
                  <a:srgbClr val="F4EEF2"/>
                </a:solidFill>
                <a:latin typeface="Bahnschrift SemiCondensed" pitchFamily="34" charset="0"/>
                <a:ea typeface="Bahnschrift SemiCondensed" pitchFamily="34" charset="-122"/>
                <a:cs typeface="Bahnschrift SemiCondensed" pitchFamily="34" charset="-120"/>
              </a:rPr>
              <a:t>DONKER, PAARS, BIOSCOOP</a:t>
            </a:r>
            <a:endParaRPr lang="en-US" sz="4000" dirty="0"/>
          </a:p>
        </p:txBody>
      </p:sp>
      <p:sp>
        <p:nvSpPr>
          <p:cNvPr id="4" name="a02z_98"/>
          <p:cNvSpPr/>
          <p:nvPr/>
        </p:nvSpPr>
        <p:spPr>
          <a:xfrm>
            <a:off x="685800" y="1920240"/>
            <a:ext cx="566928" cy="566928"/>
          </a:xfrm>
          <a:prstGeom prst="roundRect">
            <a:avLst>
              <a:gd name="adj" fmla="val 19355"/>
            </a:avLst>
          </a:prstGeom>
          <a:solidFill>
            <a:srgbClr val="67294C"/>
          </a:solidFill>
          <a:ln w="12700">
            <a:solidFill>
              <a:srgbClr val="3A2D3D"/>
            </a:solidFill>
            <a:prstDash val="solid"/>
          </a:ln>
        </p:spPr>
        <p:txBody>
          <a:bodyPr/>
          <a:lstStyle/>
          <a:p>
            <a:endParaRPr lang="en-NL"/>
          </a:p>
        </p:txBody>
      </p:sp>
      <p:sp>
        <p:nvSpPr>
          <p:cNvPr id="5" name="a02z_99"/>
          <p:cNvSpPr txBox="1"/>
          <p:nvPr/>
        </p:nvSpPr>
        <p:spPr>
          <a:xfrm>
            <a:off x="1463040" y="1920240"/>
            <a:ext cx="3291840" cy="566928"/>
          </a:xfrm>
          <a:prstGeom prst="rect">
            <a:avLst/>
          </a:prstGeom>
          <a:noFill/>
          <a:ln/>
        </p:spPr>
        <p:txBody>
          <a:bodyPr wrap="square" lIns="0" tIns="0" rIns="0" bIns="0" rtlCol="0" anchor="ctr"/>
          <a:lstStyle/>
          <a:p>
            <a:pPr marL="0" indent="0">
              <a:buNone/>
            </a:pPr>
            <a:r>
              <a:rPr lang="en-US" sz="1700" dirty="0">
                <a:solidFill>
                  <a:srgbClr val="BBA9B6"/>
                </a:solidFill>
                <a:latin typeface="Calibri" pitchFamily="34" charset="0"/>
                <a:ea typeface="Calibri" pitchFamily="34" charset="-122"/>
                <a:cs typeface="Calibri" pitchFamily="34" charset="-120"/>
              </a:rPr>
              <a:t>Paars uit het logo</a:t>
            </a:r>
            <a:endParaRPr lang="en-US" sz="1700" dirty="0"/>
          </a:p>
        </p:txBody>
      </p:sp>
      <p:sp>
        <p:nvSpPr>
          <p:cNvPr id="6" name="a03z_100"/>
          <p:cNvSpPr/>
          <p:nvPr/>
        </p:nvSpPr>
        <p:spPr>
          <a:xfrm>
            <a:off x="685800" y="2697480"/>
            <a:ext cx="566928" cy="566928"/>
          </a:xfrm>
          <a:prstGeom prst="roundRect">
            <a:avLst>
              <a:gd name="adj" fmla="val 19355"/>
            </a:avLst>
          </a:prstGeom>
          <a:solidFill>
            <a:srgbClr val="813460"/>
          </a:solidFill>
          <a:ln w="12700">
            <a:solidFill>
              <a:srgbClr val="3A2D3D"/>
            </a:solidFill>
            <a:prstDash val="solid"/>
          </a:ln>
        </p:spPr>
        <p:txBody>
          <a:bodyPr/>
          <a:lstStyle/>
          <a:p>
            <a:endParaRPr lang="en-NL"/>
          </a:p>
        </p:txBody>
      </p:sp>
      <p:sp>
        <p:nvSpPr>
          <p:cNvPr id="7" name="a03z_101"/>
          <p:cNvSpPr txBox="1"/>
          <p:nvPr/>
        </p:nvSpPr>
        <p:spPr>
          <a:xfrm>
            <a:off x="1463040" y="2697480"/>
            <a:ext cx="3291840" cy="566928"/>
          </a:xfrm>
          <a:prstGeom prst="rect">
            <a:avLst/>
          </a:prstGeom>
          <a:noFill/>
          <a:ln/>
        </p:spPr>
        <p:txBody>
          <a:bodyPr wrap="square" lIns="0" tIns="0" rIns="0" bIns="0" rtlCol="0" anchor="ctr"/>
          <a:lstStyle/>
          <a:p>
            <a:pPr marL="0" indent="0">
              <a:buNone/>
            </a:pPr>
            <a:r>
              <a:rPr lang="en-US" sz="1700" dirty="0">
                <a:solidFill>
                  <a:srgbClr val="BBA9B6"/>
                </a:solidFill>
                <a:latin typeface="Calibri" pitchFamily="34" charset="0"/>
                <a:ea typeface="Calibri" pitchFamily="34" charset="-122"/>
                <a:cs typeface="Calibri" pitchFamily="34" charset="-120"/>
              </a:rPr>
              <a:t>Tweede tint paars</a:t>
            </a:r>
            <a:endParaRPr lang="en-US" sz="1700" dirty="0"/>
          </a:p>
        </p:txBody>
      </p:sp>
      <p:sp>
        <p:nvSpPr>
          <p:cNvPr id="8" name="a04z_102"/>
          <p:cNvSpPr/>
          <p:nvPr/>
        </p:nvSpPr>
        <p:spPr>
          <a:xfrm>
            <a:off x="685800" y="3474720"/>
            <a:ext cx="566928" cy="566928"/>
          </a:xfrm>
          <a:prstGeom prst="roundRect">
            <a:avLst>
              <a:gd name="adj" fmla="val 19355"/>
            </a:avLst>
          </a:prstGeom>
          <a:solidFill>
            <a:srgbClr val="141719"/>
          </a:solidFill>
          <a:ln w="12700">
            <a:solidFill>
              <a:srgbClr val="3A2D3D"/>
            </a:solidFill>
            <a:prstDash val="solid"/>
          </a:ln>
        </p:spPr>
        <p:txBody>
          <a:bodyPr/>
          <a:lstStyle/>
          <a:p>
            <a:endParaRPr lang="en-NL"/>
          </a:p>
        </p:txBody>
      </p:sp>
      <p:sp>
        <p:nvSpPr>
          <p:cNvPr id="9" name="a04z_103"/>
          <p:cNvSpPr txBox="1"/>
          <p:nvPr/>
        </p:nvSpPr>
        <p:spPr>
          <a:xfrm>
            <a:off x="1463040" y="3474720"/>
            <a:ext cx="3291840" cy="566928"/>
          </a:xfrm>
          <a:prstGeom prst="rect">
            <a:avLst/>
          </a:prstGeom>
          <a:noFill/>
          <a:ln/>
        </p:spPr>
        <p:txBody>
          <a:bodyPr wrap="square" lIns="0" tIns="0" rIns="0" bIns="0" rtlCol="0" anchor="ctr"/>
          <a:lstStyle/>
          <a:p>
            <a:pPr marL="0" indent="0">
              <a:buNone/>
            </a:pPr>
            <a:r>
              <a:rPr lang="en-US" sz="1700" dirty="0">
                <a:solidFill>
                  <a:srgbClr val="BBA9B6"/>
                </a:solidFill>
                <a:latin typeface="Calibri" pitchFamily="34" charset="0"/>
                <a:ea typeface="Calibri" pitchFamily="34" charset="-122"/>
                <a:cs typeface="Calibri" pitchFamily="34" charset="-120"/>
              </a:rPr>
              <a:t>Donkere header en footer</a:t>
            </a:r>
            <a:endParaRPr lang="en-US" sz="1700" dirty="0"/>
          </a:p>
        </p:txBody>
      </p:sp>
      <p:sp>
        <p:nvSpPr>
          <p:cNvPr id="10" name="a05u_104"/>
          <p:cNvSpPr txBox="1"/>
          <p:nvPr/>
        </p:nvSpPr>
        <p:spPr>
          <a:xfrm>
            <a:off x="685800" y="4434840"/>
            <a:ext cx="4023360" cy="914400"/>
          </a:xfrm>
          <a:prstGeom prst="rect">
            <a:avLst/>
          </a:prstGeom>
          <a:noFill/>
          <a:ln/>
        </p:spPr>
        <p:txBody>
          <a:bodyPr wrap="square" lIns="0" tIns="0" rIns="0" bIns="0" rtlCol="0" anchor="ctr"/>
          <a:lstStyle/>
          <a:p>
            <a:pPr marL="0" indent="0">
              <a:buNone/>
            </a:pPr>
            <a:r>
              <a:rPr lang="en-US" sz="1600" dirty="0">
                <a:solidFill>
                  <a:srgbClr val="BBA9B6"/>
                </a:solidFill>
                <a:latin typeface="Calibri" pitchFamily="34" charset="0"/>
                <a:ea typeface="Calibri" pitchFamily="34" charset="-122"/>
                <a:cs typeface="Calibri" pitchFamily="34" charset="-120"/>
              </a:rPr>
              <a:t>Achtergrond met filmrollen en lichtjes. Tailwind CSS voor de opmaak.</a:t>
            </a:r>
            <a:endParaRPr lang="en-US" sz="1600" dirty="0"/>
          </a:p>
        </p:txBody>
      </p:sp>
      <p:pic>
        <p:nvPicPr>
          <p:cNvPr id="11" name="a06z_105" descr="f-login.png"/>
          <p:cNvPicPr>
            <a:picLocks noChangeAspect="1"/>
          </p:cNvPicPr>
          <p:nvPr/>
        </p:nvPicPr>
        <p:blipFill>
          <a:blip r:embed="rId3"/>
          <a:stretch>
            <a:fillRect/>
          </a:stretch>
        </p:blipFill>
        <p:spPr>
          <a:xfrm>
            <a:off x="5257800" y="1828800"/>
            <a:ext cx="6245352" cy="3299849"/>
          </a:xfrm>
          <a:prstGeom prst="rect">
            <a:avLst/>
          </a:prstGeom>
        </p:spPr>
      </p:pic>
      <p:sp>
        <p:nvSpPr>
          <p:cNvPr id="12" name="Text 9"/>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13" name="Text 10"/>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Deny · 8/20</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14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additive="base">
                                        <p:cTn id="8" dur="600" fill="hold"/>
                                        <p:tgtEl>
                                          <p:spTgt spid="2"/>
                                        </p:tgtEl>
                                        <p:attrNameLst>
                                          <p:attrName>ppt_x</p:attrName>
                                        </p:attrNameLst>
                                      </p:cBhvr>
                                      <p:tavLst>
                                        <p:tav tm="0">
                                          <p:val>
                                            <p:strVal val="#ppt_x"/>
                                          </p:val>
                                        </p:tav>
                                        <p:tav tm="100000">
                                          <p:val>
                                            <p:strVal val="#ppt_x"/>
                                          </p:val>
                                        </p:tav>
                                      </p:tavLst>
                                    </p:anim>
                                    <p:anim calcmode="lin" valueType="num">
                                      <p:cBhvr additive="base">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850"/>
                            </p:stCondLst>
                            <p:childTnLst>
                              <p:par>
                                <p:cTn id="16" presetID="53" presetClass="entr" presetSubtype="16"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700" fill="hold"/>
                                        <p:tgtEl>
                                          <p:spTgt spid="4"/>
                                        </p:tgtEl>
                                        <p:attrNameLst>
                                          <p:attrName>ppt_w</p:attrName>
                                        </p:attrNameLst>
                                      </p:cBhvr>
                                      <p:tavLst>
                                        <p:tav tm="0">
                                          <p:val>
                                            <p:strVal val="0"/>
                                          </p:val>
                                        </p:tav>
                                        <p:tav tm="100000">
                                          <p:val>
                                            <p:strVal val="#ppt_w"/>
                                          </p:val>
                                        </p:tav>
                                      </p:tavLst>
                                    </p:anim>
                                    <p:anim calcmode="lin" valueType="num">
                                      <p:cBhvr additive="base">
                                        <p:cTn id="19" dur="700" fill="hold"/>
                                        <p:tgtEl>
                                          <p:spTgt spid="4"/>
                                        </p:tgtEl>
                                        <p:attrNameLst>
                                          <p:attrName>ppt_h</p:attrName>
                                        </p:attrNameLst>
                                      </p:cBhvr>
                                      <p:tavLst>
                                        <p:tav tm="0">
                                          <p:val>
                                            <p:strVal val="0"/>
                                          </p:val>
                                        </p:tav>
                                        <p:tav tm="100000">
                                          <p:val>
                                            <p:strVal val="#ppt_h"/>
                                          </p:val>
                                        </p:tav>
                                      </p:tavLst>
                                    </p:anim>
                                    <p:animEffect transition="in" filter="fade">
                                      <p:cBhvr>
                                        <p:cTn id="20" dur="700"/>
                                        <p:tgtEl>
                                          <p:spTgt spid="4"/>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700" fill="hold"/>
                                        <p:tgtEl>
                                          <p:spTgt spid="5"/>
                                        </p:tgtEl>
                                        <p:attrNameLst>
                                          <p:attrName>ppt_w</p:attrName>
                                        </p:attrNameLst>
                                      </p:cBhvr>
                                      <p:tavLst>
                                        <p:tav tm="0">
                                          <p:val>
                                            <p:strVal val="0"/>
                                          </p:val>
                                        </p:tav>
                                        <p:tav tm="100000">
                                          <p:val>
                                            <p:strVal val="#ppt_w"/>
                                          </p:val>
                                        </p:tav>
                                      </p:tavLst>
                                    </p:anim>
                                    <p:anim calcmode="lin" valueType="num">
                                      <p:cBhvr additive="base">
                                        <p:cTn id="24" dur="700" fill="hold"/>
                                        <p:tgtEl>
                                          <p:spTgt spid="5"/>
                                        </p:tgtEl>
                                        <p:attrNameLst>
                                          <p:attrName>ppt_h</p:attrName>
                                        </p:attrNameLst>
                                      </p:cBhvr>
                                      <p:tavLst>
                                        <p:tav tm="0">
                                          <p:val>
                                            <p:strVal val="0"/>
                                          </p:val>
                                        </p:tav>
                                        <p:tav tm="100000">
                                          <p:val>
                                            <p:strVal val="#ppt_h"/>
                                          </p:val>
                                        </p:tav>
                                      </p:tavLst>
                                    </p:anim>
                                    <p:animEffect transition="in" filter="fade">
                                      <p:cBhvr>
                                        <p:cTn id="25" dur="700"/>
                                        <p:tgtEl>
                                          <p:spTgt spid="5"/>
                                        </p:tgtEl>
                                      </p:cBhvr>
                                    </p:animEffect>
                                  </p:childTnLst>
                                </p:cTn>
                              </p:par>
                            </p:childTnLst>
                          </p:cTn>
                        </p:par>
                        <p:par>
                          <p:cTn id="26" fill="hold">
                            <p:stCondLst>
                              <p:cond delay="1355"/>
                            </p:stCondLst>
                            <p:childTnLst>
                              <p:par>
                                <p:cTn id="27" presetID="53" presetClass="entr" presetSubtype="16"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700" fill="hold"/>
                                        <p:tgtEl>
                                          <p:spTgt spid="6"/>
                                        </p:tgtEl>
                                        <p:attrNameLst>
                                          <p:attrName>ppt_w</p:attrName>
                                        </p:attrNameLst>
                                      </p:cBhvr>
                                      <p:tavLst>
                                        <p:tav tm="0">
                                          <p:val>
                                            <p:strVal val="0"/>
                                          </p:val>
                                        </p:tav>
                                        <p:tav tm="100000">
                                          <p:val>
                                            <p:strVal val="#ppt_w"/>
                                          </p:val>
                                        </p:tav>
                                      </p:tavLst>
                                    </p:anim>
                                    <p:anim calcmode="lin" valueType="num">
                                      <p:cBhvr additive="base">
                                        <p:cTn id="30" dur="700" fill="hold"/>
                                        <p:tgtEl>
                                          <p:spTgt spid="6"/>
                                        </p:tgtEl>
                                        <p:attrNameLst>
                                          <p:attrName>ppt_h</p:attrName>
                                        </p:attrNameLst>
                                      </p:cBhvr>
                                      <p:tavLst>
                                        <p:tav tm="0">
                                          <p:val>
                                            <p:strVal val="0"/>
                                          </p:val>
                                        </p:tav>
                                        <p:tav tm="100000">
                                          <p:val>
                                            <p:strVal val="#ppt_h"/>
                                          </p:val>
                                        </p:tav>
                                      </p:tavLst>
                                    </p:anim>
                                    <p:animEffect transition="in" filter="fade">
                                      <p:cBhvr>
                                        <p:cTn id="31" dur="700"/>
                                        <p:tgtEl>
                                          <p:spTgt spid="6"/>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additive="base">
                                        <p:cTn id="34" dur="700" fill="hold"/>
                                        <p:tgtEl>
                                          <p:spTgt spid="7"/>
                                        </p:tgtEl>
                                        <p:attrNameLst>
                                          <p:attrName>ppt_w</p:attrName>
                                        </p:attrNameLst>
                                      </p:cBhvr>
                                      <p:tavLst>
                                        <p:tav tm="0">
                                          <p:val>
                                            <p:strVal val="0"/>
                                          </p:val>
                                        </p:tav>
                                        <p:tav tm="100000">
                                          <p:val>
                                            <p:strVal val="#ppt_w"/>
                                          </p:val>
                                        </p:tav>
                                      </p:tavLst>
                                    </p:anim>
                                    <p:anim calcmode="lin" valueType="num">
                                      <p:cBhvr additive="base">
                                        <p:cTn id="35" dur="700" fill="hold"/>
                                        <p:tgtEl>
                                          <p:spTgt spid="7"/>
                                        </p:tgtEl>
                                        <p:attrNameLst>
                                          <p:attrName>ppt_h</p:attrName>
                                        </p:attrNameLst>
                                      </p:cBhvr>
                                      <p:tavLst>
                                        <p:tav tm="0">
                                          <p:val>
                                            <p:strVal val="0"/>
                                          </p:val>
                                        </p:tav>
                                        <p:tav tm="100000">
                                          <p:val>
                                            <p:strVal val="#ppt_h"/>
                                          </p:val>
                                        </p:tav>
                                      </p:tavLst>
                                    </p:anim>
                                    <p:animEffect transition="in" filter="fade">
                                      <p:cBhvr>
                                        <p:cTn id="36" dur="700"/>
                                        <p:tgtEl>
                                          <p:spTgt spid="7"/>
                                        </p:tgtEl>
                                      </p:cBhvr>
                                    </p:animEffect>
                                  </p:childTnLst>
                                </p:cTn>
                              </p:par>
                            </p:childTnLst>
                          </p:cTn>
                        </p:par>
                        <p:par>
                          <p:cTn id="37" fill="hold">
                            <p:stCondLst>
                              <p:cond delay="1860"/>
                            </p:stCondLst>
                            <p:childTnLst>
                              <p:par>
                                <p:cTn id="38" presetID="53" presetClass="entr" presetSubtype="16" fill="hold" nodeType="afterEffect">
                                  <p:stCondLst>
                                    <p:cond delay="0"/>
                                  </p:stCondLst>
                                  <p:childTnLst>
                                    <p:set>
                                      <p:cBhvr>
                                        <p:cTn id="39" dur="1" fill="hold">
                                          <p:stCondLst>
                                            <p:cond delay="0"/>
                                          </p:stCondLst>
                                        </p:cTn>
                                        <p:tgtEl>
                                          <p:spTgt spid="8"/>
                                        </p:tgtEl>
                                        <p:attrNameLst>
                                          <p:attrName>style.visibility</p:attrName>
                                        </p:attrNameLst>
                                      </p:cBhvr>
                                      <p:to>
                                        <p:strVal val="visible"/>
                                      </p:to>
                                    </p:set>
                                    <p:anim calcmode="lin" valueType="num">
                                      <p:cBhvr additive="base">
                                        <p:cTn id="40" dur="700" fill="hold"/>
                                        <p:tgtEl>
                                          <p:spTgt spid="8"/>
                                        </p:tgtEl>
                                        <p:attrNameLst>
                                          <p:attrName>ppt_w</p:attrName>
                                        </p:attrNameLst>
                                      </p:cBhvr>
                                      <p:tavLst>
                                        <p:tav tm="0">
                                          <p:val>
                                            <p:strVal val="0"/>
                                          </p:val>
                                        </p:tav>
                                        <p:tav tm="100000">
                                          <p:val>
                                            <p:strVal val="#ppt_w"/>
                                          </p:val>
                                        </p:tav>
                                      </p:tavLst>
                                    </p:anim>
                                    <p:anim calcmode="lin" valueType="num">
                                      <p:cBhvr additive="base">
                                        <p:cTn id="41" dur="700" fill="hold"/>
                                        <p:tgtEl>
                                          <p:spTgt spid="8"/>
                                        </p:tgtEl>
                                        <p:attrNameLst>
                                          <p:attrName>ppt_h</p:attrName>
                                        </p:attrNameLst>
                                      </p:cBhvr>
                                      <p:tavLst>
                                        <p:tav tm="0">
                                          <p:val>
                                            <p:strVal val="0"/>
                                          </p:val>
                                        </p:tav>
                                        <p:tav tm="100000">
                                          <p:val>
                                            <p:strVal val="#ppt_h"/>
                                          </p:val>
                                        </p:tav>
                                      </p:tavLst>
                                    </p:anim>
                                    <p:animEffect transition="in" filter="fade">
                                      <p:cBhvr>
                                        <p:cTn id="42" dur="700"/>
                                        <p:tgtEl>
                                          <p:spTgt spid="8"/>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700" fill="hold"/>
                                        <p:tgtEl>
                                          <p:spTgt spid="9"/>
                                        </p:tgtEl>
                                        <p:attrNameLst>
                                          <p:attrName>ppt_w</p:attrName>
                                        </p:attrNameLst>
                                      </p:cBhvr>
                                      <p:tavLst>
                                        <p:tav tm="0">
                                          <p:val>
                                            <p:strVal val="0"/>
                                          </p:val>
                                        </p:tav>
                                        <p:tav tm="100000">
                                          <p:val>
                                            <p:strVal val="#ppt_w"/>
                                          </p:val>
                                        </p:tav>
                                      </p:tavLst>
                                    </p:anim>
                                    <p:anim calcmode="lin" valueType="num">
                                      <p:cBhvr additive="base">
                                        <p:cTn id="46" dur="700" fill="hold"/>
                                        <p:tgtEl>
                                          <p:spTgt spid="9"/>
                                        </p:tgtEl>
                                        <p:attrNameLst>
                                          <p:attrName>ppt_h</p:attrName>
                                        </p:attrNameLst>
                                      </p:cBhvr>
                                      <p:tavLst>
                                        <p:tav tm="0">
                                          <p:val>
                                            <p:strVal val="0"/>
                                          </p:val>
                                        </p:tav>
                                        <p:tav tm="100000">
                                          <p:val>
                                            <p:strVal val="#ppt_h"/>
                                          </p:val>
                                        </p:tav>
                                      </p:tavLst>
                                    </p:anim>
                                    <p:animEffect transition="in" filter="fade">
                                      <p:cBhvr>
                                        <p:cTn id="47" dur="700"/>
                                        <p:tgtEl>
                                          <p:spTgt spid="9"/>
                                        </p:tgtEl>
                                      </p:cBhvr>
                                    </p:animEffect>
                                  </p:childTnLst>
                                </p:cTn>
                              </p:par>
                            </p:childTnLst>
                          </p:cTn>
                        </p:par>
                        <p:par>
                          <p:cTn id="48" fill="hold">
                            <p:stCondLst>
                              <p:cond delay="2365"/>
                            </p:stCondLst>
                            <p:childTnLst>
                              <p:par>
                                <p:cTn id="49" presetID="42" presetClass="entr" presetSubtype="0" fill="hold" grpId="0"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600"/>
                                        <p:tgtEl>
                                          <p:spTgt spid="10"/>
                                        </p:tgtEl>
                                      </p:cBhvr>
                                    </p:animEffect>
                                    <p:anim calcmode="lin" valueType="num">
                                      <p:cBhvr additive="base">
                                        <p:cTn id="52" dur="600" fill="hold"/>
                                        <p:tgtEl>
                                          <p:spTgt spid="10"/>
                                        </p:tgtEl>
                                        <p:attrNameLst>
                                          <p:attrName>ppt_x</p:attrName>
                                        </p:attrNameLst>
                                      </p:cBhvr>
                                      <p:tavLst>
                                        <p:tav tm="0">
                                          <p:val>
                                            <p:strVal val="#ppt_x"/>
                                          </p:val>
                                        </p:tav>
                                        <p:tav tm="100000">
                                          <p:val>
                                            <p:strVal val="#ppt_x"/>
                                          </p:val>
                                        </p:tav>
                                      </p:tavLst>
                                    </p:anim>
                                    <p:anim calcmode="lin" valueType="num">
                                      <p:cBhvr additive="base">
                                        <p:cTn id="53" dur="600" fill="hold"/>
                                        <p:tgtEl>
                                          <p:spTgt spid="10"/>
                                        </p:tgtEl>
                                        <p:attrNameLst>
                                          <p:attrName>ppt_y</p:attrName>
                                        </p:attrNameLst>
                                      </p:cBhvr>
                                      <p:tavLst>
                                        <p:tav tm="0">
                                          <p:val>
                                            <p:strVal val="#ppt_y+.1"/>
                                          </p:val>
                                        </p:tav>
                                        <p:tav tm="100000">
                                          <p:val>
                                            <p:strVal val="#ppt_y"/>
                                          </p:val>
                                        </p:tav>
                                      </p:tavLst>
                                    </p:anim>
                                  </p:childTnLst>
                                </p:cTn>
                              </p:par>
                            </p:childTnLst>
                          </p:cTn>
                        </p:par>
                        <p:par>
                          <p:cTn id="54" fill="hold">
                            <p:stCondLst>
                              <p:cond delay="2815"/>
                            </p:stCondLst>
                            <p:childTnLst>
                              <p:par>
                                <p:cTn id="55" presetID="53" presetClass="entr" presetSubtype="16" fill="hold" nodeType="afterEffect">
                                  <p:stCondLst>
                                    <p:cond delay="0"/>
                                  </p:stCondLst>
                                  <p:childTnLst>
                                    <p:set>
                                      <p:cBhvr>
                                        <p:cTn id="56" dur="1" fill="hold">
                                          <p:stCondLst>
                                            <p:cond delay="0"/>
                                          </p:stCondLst>
                                        </p:cTn>
                                        <p:tgtEl>
                                          <p:spTgt spid="11"/>
                                        </p:tgtEl>
                                        <p:attrNameLst>
                                          <p:attrName>style.visibility</p:attrName>
                                        </p:attrNameLst>
                                      </p:cBhvr>
                                      <p:to>
                                        <p:strVal val="visible"/>
                                      </p:to>
                                    </p:set>
                                    <p:anim calcmode="lin" valueType="num">
                                      <p:cBhvr additive="base">
                                        <p:cTn id="57" dur="700" fill="hold"/>
                                        <p:tgtEl>
                                          <p:spTgt spid="11"/>
                                        </p:tgtEl>
                                        <p:attrNameLst>
                                          <p:attrName>ppt_w</p:attrName>
                                        </p:attrNameLst>
                                      </p:cBhvr>
                                      <p:tavLst>
                                        <p:tav tm="0">
                                          <p:val>
                                            <p:strVal val="0"/>
                                          </p:val>
                                        </p:tav>
                                        <p:tav tm="100000">
                                          <p:val>
                                            <p:strVal val="#ppt_w"/>
                                          </p:val>
                                        </p:tav>
                                      </p:tavLst>
                                    </p:anim>
                                    <p:anim calcmode="lin" valueType="num">
                                      <p:cBhvr additive="base">
                                        <p:cTn id="58" dur="700" fill="hold"/>
                                        <p:tgtEl>
                                          <p:spTgt spid="11"/>
                                        </p:tgtEl>
                                        <p:attrNameLst>
                                          <p:attrName>ppt_h</p:attrName>
                                        </p:attrNameLst>
                                      </p:cBhvr>
                                      <p:tavLst>
                                        <p:tav tm="0">
                                          <p:val>
                                            <p:strVal val="0"/>
                                          </p:val>
                                        </p:tav>
                                        <p:tav tm="100000">
                                          <p:val>
                                            <p:strVal val="#ppt_h"/>
                                          </p:val>
                                        </p:tav>
                                      </p:tavLst>
                                    </p:anim>
                                    <p:animEffect transition="in" filter="fade">
                                      <p:cBhvr>
                                        <p:cTn id="59" dur="7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7" grpId="0" animBg="1"/>
      <p:bldP spid="9"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016"/>
        </a:solidFill>
        <a:effectLst/>
      </p:bgPr>
    </p:bg>
    <p:spTree>
      <p:nvGrpSpPr>
        <p:cNvPr id="1" name=""/>
        <p:cNvGrpSpPr/>
        <p:nvPr/>
      </p:nvGrpSpPr>
      <p:grpSpPr>
        <a:xfrm>
          <a:off x="0" y="0"/>
          <a:ext cx="0" cy="0"/>
          <a:chOff x="0" y="0"/>
          <a:chExt cx="0" cy="0"/>
        </a:xfrm>
      </p:grpSpPr>
      <p:sp>
        <p:nvSpPr>
          <p:cNvPr id="2" name="a01u_106"/>
          <p:cNvSpPr txBox="1"/>
          <p:nvPr/>
        </p:nvSpPr>
        <p:spPr>
          <a:xfrm>
            <a:off x="685800" y="457200"/>
            <a:ext cx="10820095" cy="292608"/>
          </a:xfrm>
          <a:prstGeom prst="rect">
            <a:avLst/>
          </a:prstGeom>
          <a:noFill/>
          <a:ln/>
        </p:spPr>
        <p:txBody>
          <a:bodyPr wrap="square" lIns="0" tIns="0" rIns="0" bIns="0" rtlCol="0" anchor="ctr"/>
          <a:lstStyle/>
          <a:p>
            <a:pPr marL="0" indent="0">
              <a:buNone/>
            </a:pPr>
            <a:r>
              <a:rPr lang="en-US" sz="1300" b="1" kern="0" spc="300" dirty="0">
                <a:solidFill>
                  <a:srgbClr val="E59BC3"/>
                </a:solidFill>
                <a:latin typeface="Calibri" pitchFamily="34" charset="0"/>
                <a:ea typeface="Calibri" pitchFamily="34" charset="-122"/>
                <a:cs typeface="Calibri" pitchFamily="34" charset="-120"/>
              </a:rPr>
              <a:t>RESERVEREN</a:t>
            </a:r>
            <a:endParaRPr lang="en-US" sz="1300" dirty="0"/>
          </a:p>
        </p:txBody>
      </p:sp>
      <p:sp>
        <p:nvSpPr>
          <p:cNvPr id="3" name="a01u_107"/>
          <p:cNvSpPr txBox="1"/>
          <p:nvPr/>
        </p:nvSpPr>
        <p:spPr>
          <a:xfrm>
            <a:off x="685800" y="749808"/>
            <a:ext cx="10820095" cy="731520"/>
          </a:xfrm>
          <a:prstGeom prst="rect">
            <a:avLst/>
          </a:prstGeom>
          <a:noFill/>
          <a:ln/>
        </p:spPr>
        <p:txBody>
          <a:bodyPr wrap="square" lIns="0" tIns="0" rIns="0" bIns="0" rtlCol="0" anchor="t"/>
          <a:lstStyle/>
          <a:p>
            <a:pPr marL="0" indent="0">
              <a:buNone/>
            </a:pPr>
            <a:r>
              <a:rPr lang="en-US" sz="4000" b="1" dirty="0">
                <a:solidFill>
                  <a:srgbClr val="F4EEF2"/>
                </a:solidFill>
                <a:latin typeface="Bahnschrift SemiCondensed" pitchFamily="34" charset="0"/>
                <a:ea typeface="Bahnschrift SemiCondensed" pitchFamily="34" charset="-122"/>
                <a:cs typeface="Bahnschrift SemiCondensed" pitchFamily="34" charset="-120"/>
              </a:rPr>
              <a:t>KIES JE STOEL</a:t>
            </a:r>
            <a:endParaRPr lang="en-US" sz="4000" dirty="0"/>
          </a:p>
        </p:txBody>
      </p:sp>
      <p:pic>
        <p:nvPicPr>
          <p:cNvPr id="4" name="a02z_108" descr="f-bezet.png"/>
          <p:cNvPicPr>
            <a:picLocks noChangeAspect="1"/>
          </p:cNvPicPr>
          <p:nvPr/>
        </p:nvPicPr>
        <p:blipFill>
          <a:blip r:embed="rId3"/>
          <a:stretch>
            <a:fillRect/>
          </a:stretch>
        </p:blipFill>
        <p:spPr>
          <a:xfrm>
            <a:off x="685800" y="1783080"/>
            <a:ext cx="6949440" cy="4155034"/>
          </a:xfrm>
          <a:prstGeom prst="rect">
            <a:avLst/>
          </a:prstGeom>
        </p:spPr>
      </p:pic>
      <p:sp>
        <p:nvSpPr>
          <p:cNvPr id="5" name="a03z_109"/>
          <p:cNvSpPr txBox="1"/>
          <p:nvPr/>
        </p:nvSpPr>
        <p:spPr>
          <a:xfrm>
            <a:off x="8001000" y="1737360"/>
            <a:ext cx="1463040" cy="914400"/>
          </a:xfrm>
          <a:prstGeom prst="rect">
            <a:avLst/>
          </a:prstGeom>
          <a:noFill/>
          <a:ln/>
        </p:spPr>
        <p:txBody>
          <a:bodyPr wrap="square" lIns="0" tIns="0" rIns="0" bIns="0" rtlCol="0" anchor="ctr"/>
          <a:lstStyle/>
          <a:p>
            <a:pPr marL="0" indent="0">
              <a:buNone/>
            </a:pPr>
            <a:r>
              <a:rPr lang="en-US" sz="6600" b="1" dirty="0">
                <a:solidFill>
                  <a:srgbClr val="E59BC3"/>
                </a:solidFill>
                <a:latin typeface="Bahnschrift SemiCondensed" pitchFamily="34" charset="0"/>
                <a:ea typeface="Bahnschrift SemiCondensed" pitchFamily="34" charset="-122"/>
                <a:cs typeface="Bahnschrift SemiCondensed" pitchFamily="34" charset="-120"/>
              </a:rPr>
              <a:t>40</a:t>
            </a:r>
            <a:endParaRPr lang="en-US" sz="6600" dirty="0"/>
          </a:p>
        </p:txBody>
      </p:sp>
      <p:sp>
        <p:nvSpPr>
          <p:cNvPr id="6" name="a03z_110"/>
          <p:cNvSpPr txBox="1"/>
          <p:nvPr/>
        </p:nvSpPr>
        <p:spPr>
          <a:xfrm>
            <a:off x="9418320" y="1783080"/>
            <a:ext cx="2011680" cy="822960"/>
          </a:xfrm>
          <a:prstGeom prst="rect">
            <a:avLst/>
          </a:prstGeom>
          <a:noFill/>
          <a:ln/>
        </p:spPr>
        <p:txBody>
          <a:bodyPr wrap="square" lIns="0" tIns="0" rIns="0" bIns="0" rtlCol="0" anchor="ctr"/>
          <a:lstStyle/>
          <a:p>
            <a:pPr marL="0" indent="0">
              <a:buNone/>
            </a:pPr>
            <a:r>
              <a:rPr lang="en-US" sz="1600" dirty="0">
                <a:solidFill>
                  <a:srgbClr val="F4EEF2"/>
                </a:solidFill>
                <a:latin typeface="Calibri" pitchFamily="34" charset="0"/>
                <a:ea typeface="Calibri" pitchFamily="34" charset="-122"/>
                <a:cs typeface="Calibri" pitchFamily="34" charset="-120"/>
              </a:rPr>
              <a:t>stoelen</a:t>
            </a:r>
            <a:endParaRPr lang="en-US" sz="1600" dirty="0"/>
          </a:p>
          <a:p>
            <a:pPr marL="0" indent="0">
              <a:buNone/>
            </a:pPr>
            <a:r>
              <a:rPr lang="en-US" sz="1600" dirty="0">
                <a:solidFill>
                  <a:srgbClr val="F4EEF2"/>
                </a:solidFill>
                <a:latin typeface="Calibri" pitchFamily="34" charset="0"/>
                <a:ea typeface="Calibri" pitchFamily="34" charset="-122"/>
                <a:cs typeface="Calibri" pitchFamily="34" charset="-120"/>
              </a:rPr>
              <a:t>5 rijen × 8</a:t>
            </a:r>
            <a:endParaRPr lang="en-US" sz="1600" dirty="0"/>
          </a:p>
        </p:txBody>
      </p:sp>
      <p:sp>
        <p:nvSpPr>
          <p:cNvPr id="7" name="a04u_111"/>
          <p:cNvSpPr/>
          <p:nvPr/>
        </p:nvSpPr>
        <p:spPr>
          <a:xfrm>
            <a:off x="8001000" y="2880360"/>
            <a:ext cx="548640" cy="548640"/>
          </a:xfrm>
          <a:prstGeom prst="roundRect">
            <a:avLst>
              <a:gd name="adj" fmla="val 20000"/>
            </a:avLst>
          </a:prstGeom>
          <a:solidFill>
            <a:srgbClr val="F4EEF2"/>
          </a:solidFill>
          <a:ln w="12700">
            <a:solidFill>
              <a:srgbClr val="3A2D3D"/>
            </a:solidFill>
            <a:prstDash val="solid"/>
          </a:ln>
        </p:spPr>
        <p:txBody>
          <a:bodyPr/>
          <a:lstStyle/>
          <a:p>
            <a:endParaRPr lang="en-NL"/>
          </a:p>
        </p:txBody>
      </p:sp>
      <p:pic>
        <p:nvPicPr>
          <p:cNvPr id="8" name="a04u_112" descr="a/chair.png"/>
          <p:cNvPicPr>
            <a:picLocks noChangeAspect="1"/>
          </p:cNvPicPr>
          <p:nvPr/>
        </p:nvPicPr>
        <p:blipFill>
          <a:blip r:embed="rId4"/>
          <a:stretch>
            <a:fillRect/>
          </a:stretch>
        </p:blipFill>
        <p:spPr>
          <a:xfrm>
            <a:off x="8092440" y="2971800"/>
            <a:ext cx="365760" cy="365760"/>
          </a:xfrm>
          <a:prstGeom prst="rect">
            <a:avLst/>
          </a:prstGeom>
        </p:spPr>
      </p:pic>
      <p:sp>
        <p:nvSpPr>
          <p:cNvPr id="9" name="a04u_113"/>
          <p:cNvSpPr txBox="1"/>
          <p:nvPr/>
        </p:nvSpPr>
        <p:spPr>
          <a:xfrm>
            <a:off x="8732520" y="2880360"/>
            <a:ext cx="2286000" cy="548640"/>
          </a:xfrm>
          <a:prstGeom prst="rect">
            <a:avLst/>
          </a:prstGeom>
          <a:noFill/>
          <a:ln/>
        </p:spPr>
        <p:txBody>
          <a:bodyPr wrap="square" lIns="0" tIns="0" rIns="0" bIns="0" rtlCol="0" anchor="ctr"/>
          <a:lstStyle/>
          <a:p>
            <a:pPr marL="0" indent="0">
              <a:buNone/>
            </a:pPr>
            <a:r>
              <a:rPr lang="en-US" sz="1700" dirty="0">
                <a:solidFill>
                  <a:srgbClr val="F4EEF2"/>
                </a:solidFill>
                <a:latin typeface="Calibri" pitchFamily="34" charset="0"/>
                <a:ea typeface="Calibri" pitchFamily="34" charset="-122"/>
                <a:cs typeface="Calibri" pitchFamily="34" charset="-120"/>
              </a:rPr>
              <a:t>Vrij</a:t>
            </a:r>
            <a:endParaRPr lang="en-US" sz="1700" dirty="0"/>
          </a:p>
        </p:txBody>
      </p:sp>
      <p:sp>
        <p:nvSpPr>
          <p:cNvPr id="10" name="a05u_114"/>
          <p:cNvSpPr/>
          <p:nvPr/>
        </p:nvSpPr>
        <p:spPr>
          <a:xfrm>
            <a:off x="8001000" y="3593592"/>
            <a:ext cx="548640" cy="548640"/>
          </a:xfrm>
          <a:prstGeom prst="roundRect">
            <a:avLst>
              <a:gd name="adj" fmla="val 20000"/>
            </a:avLst>
          </a:prstGeom>
          <a:solidFill>
            <a:srgbClr val="67294C"/>
          </a:solidFill>
          <a:ln w="12700">
            <a:solidFill>
              <a:srgbClr val="3A2D3D"/>
            </a:solidFill>
            <a:prstDash val="solid"/>
          </a:ln>
        </p:spPr>
        <p:txBody>
          <a:bodyPr/>
          <a:lstStyle/>
          <a:p>
            <a:endParaRPr lang="en-NL"/>
          </a:p>
        </p:txBody>
      </p:sp>
      <p:pic>
        <p:nvPicPr>
          <p:cNvPr id="11" name="a05u_115" descr="a/chairwhite.png"/>
          <p:cNvPicPr>
            <a:picLocks noChangeAspect="1"/>
          </p:cNvPicPr>
          <p:nvPr/>
        </p:nvPicPr>
        <p:blipFill>
          <a:blip r:embed="rId5"/>
          <a:stretch>
            <a:fillRect/>
          </a:stretch>
        </p:blipFill>
        <p:spPr>
          <a:xfrm>
            <a:off x="8092440" y="3685032"/>
            <a:ext cx="365760" cy="365760"/>
          </a:xfrm>
          <a:prstGeom prst="rect">
            <a:avLst/>
          </a:prstGeom>
        </p:spPr>
      </p:pic>
      <p:sp>
        <p:nvSpPr>
          <p:cNvPr id="12" name="a05u_116"/>
          <p:cNvSpPr txBox="1"/>
          <p:nvPr/>
        </p:nvSpPr>
        <p:spPr>
          <a:xfrm>
            <a:off x="8732520" y="3593592"/>
            <a:ext cx="2286000" cy="548640"/>
          </a:xfrm>
          <a:prstGeom prst="rect">
            <a:avLst/>
          </a:prstGeom>
          <a:noFill/>
          <a:ln/>
        </p:spPr>
        <p:txBody>
          <a:bodyPr wrap="square" lIns="0" tIns="0" rIns="0" bIns="0" rtlCol="0" anchor="ctr"/>
          <a:lstStyle/>
          <a:p>
            <a:pPr marL="0" indent="0">
              <a:buNone/>
            </a:pPr>
            <a:r>
              <a:rPr lang="en-US" sz="1700" dirty="0">
                <a:solidFill>
                  <a:srgbClr val="F4EEF2"/>
                </a:solidFill>
                <a:latin typeface="Calibri" pitchFamily="34" charset="0"/>
                <a:ea typeface="Calibri" pitchFamily="34" charset="-122"/>
                <a:cs typeface="Calibri" pitchFamily="34" charset="-120"/>
              </a:rPr>
              <a:t>Jouw keuze</a:t>
            </a:r>
            <a:endParaRPr lang="en-US" sz="1700" dirty="0"/>
          </a:p>
        </p:txBody>
      </p:sp>
      <p:sp>
        <p:nvSpPr>
          <p:cNvPr id="13" name="a06u_117"/>
          <p:cNvSpPr/>
          <p:nvPr/>
        </p:nvSpPr>
        <p:spPr>
          <a:xfrm>
            <a:off x="8001000" y="4306824"/>
            <a:ext cx="548640" cy="548640"/>
          </a:xfrm>
          <a:prstGeom prst="roundRect">
            <a:avLst>
              <a:gd name="adj" fmla="val 20000"/>
            </a:avLst>
          </a:prstGeom>
          <a:solidFill>
            <a:srgbClr val="F4EEF2"/>
          </a:solidFill>
          <a:ln w="12700">
            <a:solidFill>
              <a:srgbClr val="3A2D3D"/>
            </a:solidFill>
            <a:prstDash val="solid"/>
          </a:ln>
        </p:spPr>
        <p:txBody>
          <a:bodyPr/>
          <a:lstStyle/>
          <a:p>
            <a:endParaRPr lang="en-NL"/>
          </a:p>
        </p:txBody>
      </p:sp>
      <p:pic>
        <p:nvPicPr>
          <p:cNvPr id="14" name="a06u_118" descr="a/chairgray.png"/>
          <p:cNvPicPr>
            <a:picLocks noChangeAspect="1"/>
          </p:cNvPicPr>
          <p:nvPr/>
        </p:nvPicPr>
        <p:blipFill>
          <a:blip r:embed="rId6"/>
          <a:stretch>
            <a:fillRect/>
          </a:stretch>
        </p:blipFill>
        <p:spPr>
          <a:xfrm>
            <a:off x="8092440" y="4398264"/>
            <a:ext cx="365760" cy="365760"/>
          </a:xfrm>
          <a:prstGeom prst="rect">
            <a:avLst/>
          </a:prstGeom>
        </p:spPr>
      </p:pic>
      <p:sp>
        <p:nvSpPr>
          <p:cNvPr id="15" name="a06u_119"/>
          <p:cNvSpPr txBox="1"/>
          <p:nvPr/>
        </p:nvSpPr>
        <p:spPr>
          <a:xfrm>
            <a:off x="8732520" y="4306824"/>
            <a:ext cx="2286000" cy="548640"/>
          </a:xfrm>
          <a:prstGeom prst="rect">
            <a:avLst/>
          </a:prstGeom>
          <a:noFill/>
          <a:ln/>
        </p:spPr>
        <p:txBody>
          <a:bodyPr wrap="square" lIns="0" tIns="0" rIns="0" bIns="0" rtlCol="0" anchor="ctr"/>
          <a:lstStyle/>
          <a:p>
            <a:pPr marL="0" indent="0">
              <a:buNone/>
            </a:pPr>
            <a:r>
              <a:rPr lang="en-US" sz="1700" dirty="0">
                <a:solidFill>
                  <a:srgbClr val="F4EEF2"/>
                </a:solidFill>
                <a:latin typeface="Calibri" pitchFamily="34" charset="0"/>
                <a:ea typeface="Calibri" pitchFamily="34" charset="-122"/>
                <a:cs typeface="Calibri" pitchFamily="34" charset="-120"/>
              </a:rPr>
              <a:t>Al bezet</a:t>
            </a:r>
            <a:endParaRPr lang="en-US" sz="1700" dirty="0"/>
          </a:p>
        </p:txBody>
      </p:sp>
      <p:sp>
        <p:nvSpPr>
          <p:cNvPr id="16" name="a07u_120"/>
          <p:cNvSpPr txBox="1"/>
          <p:nvPr/>
        </p:nvSpPr>
        <p:spPr>
          <a:xfrm>
            <a:off x="8001000" y="5120640"/>
            <a:ext cx="3474720" cy="1097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BBA9B6"/>
                </a:solidFill>
                <a:latin typeface="Calibri" pitchFamily="34" charset="0"/>
                <a:ea typeface="Calibri" pitchFamily="34" charset="-122"/>
                <a:cs typeface="Calibri" pitchFamily="34" charset="-120"/>
              </a:rPr>
              <a:t>C4 en C5 zijn al geboekt (grijs).</a:t>
            </a:r>
            <a:endParaRPr lang="en-US" sz="1500" dirty="0"/>
          </a:p>
          <a:p>
            <a:pPr marL="342900" indent="-342900">
              <a:spcAft>
                <a:spcPts val="800"/>
              </a:spcAft>
              <a:buSzPct val="100000"/>
              <a:buChar char="▸"/>
            </a:pPr>
            <a:r>
              <a:rPr lang="en-US" sz="1500" dirty="0">
                <a:solidFill>
                  <a:srgbClr val="BBA9B6"/>
                </a:solidFill>
                <a:latin typeface="Calibri" pitchFamily="34" charset="0"/>
                <a:ea typeface="Calibri" pitchFamily="34" charset="-122"/>
                <a:cs typeface="Calibri" pitchFamily="34" charset="-120"/>
              </a:rPr>
              <a:t>Naam en e-mail invullen.</a:t>
            </a:r>
            <a:endParaRPr lang="en-US" sz="1500" dirty="0"/>
          </a:p>
          <a:p>
            <a:pPr marL="342900" indent="-342900">
              <a:spcAft>
                <a:spcPts val="800"/>
              </a:spcAft>
              <a:buSzPct val="100000"/>
              <a:buChar char="▸"/>
            </a:pPr>
            <a:r>
              <a:rPr lang="en-US" sz="1500" dirty="0">
                <a:solidFill>
                  <a:srgbClr val="BBA9B6"/>
                </a:solidFill>
                <a:latin typeface="Calibri" pitchFamily="34" charset="0"/>
                <a:ea typeface="Calibri" pitchFamily="34" charset="-122"/>
                <a:cs typeface="Calibri" pitchFamily="34" charset="-120"/>
              </a:rPr>
              <a:t>Eén stoel = één boeking.</a:t>
            </a:r>
            <a:endParaRPr lang="en-US" sz="1500" dirty="0"/>
          </a:p>
        </p:txBody>
      </p:sp>
      <p:sp>
        <p:nvSpPr>
          <p:cNvPr id="17" name="Text 11"/>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18" name="Text 12"/>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Lucas · 9/20</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additive="base">
                                        <p:cTn id="8" dur="600" fill="hold"/>
                                        <p:tgtEl>
                                          <p:spTgt spid="2"/>
                                        </p:tgtEl>
                                        <p:attrNameLst>
                                          <p:attrName>ppt_x</p:attrName>
                                        </p:attrNameLst>
                                      </p:cBhvr>
                                      <p:tavLst>
                                        <p:tav tm="0">
                                          <p:val>
                                            <p:strVal val="#ppt_x"/>
                                          </p:val>
                                        </p:tav>
                                        <p:tav tm="100000">
                                          <p:val>
                                            <p:strVal val="#ppt_x"/>
                                          </p:val>
                                        </p:tav>
                                      </p:tavLst>
                                    </p:anim>
                                    <p:anim calcmode="lin" valueType="num">
                                      <p:cBhvr additive="base">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850"/>
                            </p:stCondLst>
                            <p:childTnLst>
                              <p:par>
                                <p:cTn id="16" presetID="53" presetClass="entr" presetSubtype="16"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700" fill="hold"/>
                                        <p:tgtEl>
                                          <p:spTgt spid="4"/>
                                        </p:tgtEl>
                                        <p:attrNameLst>
                                          <p:attrName>ppt_w</p:attrName>
                                        </p:attrNameLst>
                                      </p:cBhvr>
                                      <p:tavLst>
                                        <p:tav tm="0">
                                          <p:val>
                                            <p:strVal val="0"/>
                                          </p:val>
                                        </p:tav>
                                        <p:tav tm="100000">
                                          <p:val>
                                            <p:strVal val="#ppt_w"/>
                                          </p:val>
                                        </p:tav>
                                      </p:tavLst>
                                    </p:anim>
                                    <p:anim calcmode="lin" valueType="num">
                                      <p:cBhvr additive="base">
                                        <p:cTn id="19" dur="700" fill="hold"/>
                                        <p:tgtEl>
                                          <p:spTgt spid="4"/>
                                        </p:tgtEl>
                                        <p:attrNameLst>
                                          <p:attrName>ppt_h</p:attrName>
                                        </p:attrNameLst>
                                      </p:cBhvr>
                                      <p:tavLst>
                                        <p:tav tm="0">
                                          <p:val>
                                            <p:strVal val="0"/>
                                          </p:val>
                                        </p:tav>
                                        <p:tav tm="100000">
                                          <p:val>
                                            <p:strVal val="#ppt_h"/>
                                          </p:val>
                                        </p:tav>
                                      </p:tavLst>
                                    </p:anim>
                                    <p:animEffect transition="in" filter="fade">
                                      <p:cBhvr>
                                        <p:cTn id="20" dur="700"/>
                                        <p:tgtEl>
                                          <p:spTgt spid="4"/>
                                        </p:tgtEl>
                                      </p:cBhvr>
                                    </p:animEffect>
                                  </p:childTnLst>
                                </p:cTn>
                              </p:par>
                            </p:childTnLst>
                          </p:cTn>
                        </p:par>
                        <p:par>
                          <p:cTn id="21" fill="hold">
                            <p:stCondLst>
                              <p:cond delay="1355"/>
                            </p:stCondLst>
                            <p:childTnLst>
                              <p:par>
                                <p:cTn id="22" presetID="53" presetClass="entr" presetSubtype="16"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700" fill="hold"/>
                                        <p:tgtEl>
                                          <p:spTgt spid="5"/>
                                        </p:tgtEl>
                                        <p:attrNameLst>
                                          <p:attrName>ppt_w</p:attrName>
                                        </p:attrNameLst>
                                      </p:cBhvr>
                                      <p:tavLst>
                                        <p:tav tm="0">
                                          <p:val>
                                            <p:strVal val="0"/>
                                          </p:val>
                                        </p:tav>
                                        <p:tav tm="100000">
                                          <p:val>
                                            <p:strVal val="#ppt_w"/>
                                          </p:val>
                                        </p:tav>
                                      </p:tavLst>
                                    </p:anim>
                                    <p:anim calcmode="lin" valueType="num">
                                      <p:cBhvr additive="base">
                                        <p:cTn id="25" dur="700" fill="hold"/>
                                        <p:tgtEl>
                                          <p:spTgt spid="5"/>
                                        </p:tgtEl>
                                        <p:attrNameLst>
                                          <p:attrName>ppt_h</p:attrName>
                                        </p:attrNameLst>
                                      </p:cBhvr>
                                      <p:tavLst>
                                        <p:tav tm="0">
                                          <p:val>
                                            <p:strVal val="0"/>
                                          </p:val>
                                        </p:tav>
                                        <p:tav tm="100000">
                                          <p:val>
                                            <p:strVal val="#ppt_h"/>
                                          </p:val>
                                        </p:tav>
                                      </p:tavLst>
                                    </p:anim>
                                    <p:animEffect transition="in" filter="fade">
                                      <p:cBhvr>
                                        <p:cTn id="26" dur="700"/>
                                        <p:tgtEl>
                                          <p:spTgt spid="5"/>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700" fill="hold"/>
                                        <p:tgtEl>
                                          <p:spTgt spid="6"/>
                                        </p:tgtEl>
                                        <p:attrNameLst>
                                          <p:attrName>ppt_w</p:attrName>
                                        </p:attrNameLst>
                                      </p:cBhvr>
                                      <p:tavLst>
                                        <p:tav tm="0">
                                          <p:val>
                                            <p:strVal val="0"/>
                                          </p:val>
                                        </p:tav>
                                        <p:tav tm="100000">
                                          <p:val>
                                            <p:strVal val="#ppt_w"/>
                                          </p:val>
                                        </p:tav>
                                      </p:tavLst>
                                    </p:anim>
                                    <p:anim calcmode="lin" valueType="num">
                                      <p:cBhvr additive="base">
                                        <p:cTn id="30" dur="700" fill="hold"/>
                                        <p:tgtEl>
                                          <p:spTgt spid="6"/>
                                        </p:tgtEl>
                                        <p:attrNameLst>
                                          <p:attrName>ppt_h</p:attrName>
                                        </p:attrNameLst>
                                      </p:cBhvr>
                                      <p:tavLst>
                                        <p:tav tm="0">
                                          <p:val>
                                            <p:strVal val="0"/>
                                          </p:val>
                                        </p:tav>
                                        <p:tav tm="100000">
                                          <p:val>
                                            <p:strVal val="#ppt_h"/>
                                          </p:val>
                                        </p:tav>
                                      </p:tavLst>
                                    </p:anim>
                                    <p:animEffect transition="in" filter="fade">
                                      <p:cBhvr>
                                        <p:cTn id="31" dur="700"/>
                                        <p:tgtEl>
                                          <p:spTgt spid="6"/>
                                        </p:tgtEl>
                                      </p:cBhvr>
                                    </p:animEffect>
                                  </p:childTnLst>
                                </p:cTn>
                              </p:par>
                            </p:childTnLst>
                          </p:cTn>
                        </p:par>
                        <p:par>
                          <p:cTn id="32" fill="hold">
                            <p:stCondLst>
                              <p:cond delay="1860"/>
                            </p:stCondLst>
                            <p:childTnLst>
                              <p:par>
                                <p:cTn id="33" presetID="42" presetClass="entr" presetSubtype="0" fill="hold"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additive="base">
                                        <p:cTn id="36" dur="600" fill="hold"/>
                                        <p:tgtEl>
                                          <p:spTgt spid="7"/>
                                        </p:tgtEl>
                                        <p:attrNameLst>
                                          <p:attrName>ppt_x</p:attrName>
                                        </p:attrNameLst>
                                      </p:cBhvr>
                                      <p:tavLst>
                                        <p:tav tm="0">
                                          <p:val>
                                            <p:strVal val="#ppt_x"/>
                                          </p:val>
                                        </p:tav>
                                        <p:tav tm="100000">
                                          <p:val>
                                            <p:strVal val="#ppt_x"/>
                                          </p:val>
                                        </p:tav>
                                      </p:tavLst>
                                    </p:anim>
                                    <p:anim calcmode="lin" valueType="num">
                                      <p:cBhvr additive="base">
                                        <p:cTn id="37" dur="600" fill="hold"/>
                                        <p:tgtEl>
                                          <p:spTgt spid="7"/>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600"/>
                                        <p:tgtEl>
                                          <p:spTgt spid="8"/>
                                        </p:tgtEl>
                                      </p:cBhvr>
                                    </p:animEffect>
                                    <p:anim calcmode="lin" valueType="num">
                                      <p:cBhvr additive="base">
                                        <p:cTn id="41" dur="600" fill="hold"/>
                                        <p:tgtEl>
                                          <p:spTgt spid="8"/>
                                        </p:tgtEl>
                                        <p:attrNameLst>
                                          <p:attrName>ppt_x</p:attrName>
                                        </p:attrNameLst>
                                      </p:cBhvr>
                                      <p:tavLst>
                                        <p:tav tm="0">
                                          <p:val>
                                            <p:strVal val="#ppt_x"/>
                                          </p:val>
                                        </p:tav>
                                        <p:tav tm="100000">
                                          <p:val>
                                            <p:strVal val="#ppt_x"/>
                                          </p:val>
                                        </p:tav>
                                      </p:tavLst>
                                    </p:anim>
                                    <p:anim calcmode="lin" valueType="num">
                                      <p:cBhvr additive="base">
                                        <p:cTn id="42" dur="600" fill="hold"/>
                                        <p:tgtEl>
                                          <p:spTgt spid="8"/>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600"/>
                                        <p:tgtEl>
                                          <p:spTgt spid="9"/>
                                        </p:tgtEl>
                                      </p:cBhvr>
                                    </p:animEffect>
                                    <p:anim calcmode="lin" valueType="num">
                                      <p:cBhvr additive="base">
                                        <p:cTn id="46" dur="600" fill="hold"/>
                                        <p:tgtEl>
                                          <p:spTgt spid="9"/>
                                        </p:tgtEl>
                                        <p:attrNameLst>
                                          <p:attrName>ppt_x</p:attrName>
                                        </p:attrNameLst>
                                      </p:cBhvr>
                                      <p:tavLst>
                                        <p:tav tm="0">
                                          <p:val>
                                            <p:strVal val="#ppt_x"/>
                                          </p:val>
                                        </p:tav>
                                        <p:tav tm="100000">
                                          <p:val>
                                            <p:strVal val="#ppt_x"/>
                                          </p:val>
                                        </p:tav>
                                      </p:tavLst>
                                    </p:anim>
                                    <p:anim calcmode="lin" valueType="num">
                                      <p:cBhvr additive="base">
                                        <p:cTn id="47" dur="600" fill="hold"/>
                                        <p:tgtEl>
                                          <p:spTgt spid="9"/>
                                        </p:tgtEl>
                                        <p:attrNameLst>
                                          <p:attrName>ppt_y</p:attrName>
                                        </p:attrNameLst>
                                      </p:cBhvr>
                                      <p:tavLst>
                                        <p:tav tm="0">
                                          <p:val>
                                            <p:strVal val="#ppt_y+.1"/>
                                          </p:val>
                                        </p:tav>
                                        <p:tav tm="100000">
                                          <p:val>
                                            <p:strVal val="#ppt_y"/>
                                          </p:val>
                                        </p:tav>
                                      </p:tavLst>
                                    </p:anim>
                                  </p:childTnLst>
                                </p:cTn>
                              </p:par>
                            </p:childTnLst>
                          </p:cTn>
                        </p:par>
                        <p:par>
                          <p:cTn id="48" fill="hold">
                            <p:stCondLst>
                              <p:cond delay="2310"/>
                            </p:stCondLst>
                            <p:childTnLst>
                              <p:par>
                                <p:cTn id="49" presetID="42" presetClass="entr" presetSubtype="0" fill="hold"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600"/>
                                        <p:tgtEl>
                                          <p:spTgt spid="10"/>
                                        </p:tgtEl>
                                      </p:cBhvr>
                                    </p:animEffect>
                                    <p:anim calcmode="lin" valueType="num">
                                      <p:cBhvr additive="base">
                                        <p:cTn id="52" dur="600" fill="hold"/>
                                        <p:tgtEl>
                                          <p:spTgt spid="10"/>
                                        </p:tgtEl>
                                        <p:attrNameLst>
                                          <p:attrName>ppt_x</p:attrName>
                                        </p:attrNameLst>
                                      </p:cBhvr>
                                      <p:tavLst>
                                        <p:tav tm="0">
                                          <p:val>
                                            <p:strVal val="#ppt_x"/>
                                          </p:val>
                                        </p:tav>
                                        <p:tav tm="100000">
                                          <p:val>
                                            <p:strVal val="#ppt_x"/>
                                          </p:val>
                                        </p:tav>
                                      </p:tavLst>
                                    </p:anim>
                                    <p:anim calcmode="lin" valueType="num">
                                      <p:cBhvr additive="base">
                                        <p:cTn id="53" dur="600" fill="hold"/>
                                        <p:tgtEl>
                                          <p:spTgt spid="10"/>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600"/>
                                        <p:tgtEl>
                                          <p:spTgt spid="11"/>
                                        </p:tgtEl>
                                      </p:cBhvr>
                                    </p:animEffect>
                                    <p:anim calcmode="lin" valueType="num">
                                      <p:cBhvr additive="base">
                                        <p:cTn id="57" dur="600" fill="hold"/>
                                        <p:tgtEl>
                                          <p:spTgt spid="11"/>
                                        </p:tgtEl>
                                        <p:attrNameLst>
                                          <p:attrName>ppt_x</p:attrName>
                                        </p:attrNameLst>
                                      </p:cBhvr>
                                      <p:tavLst>
                                        <p:tav tm="0">
                                          <p:val>
                                            <p:strVal val="#ppt_x"/>
                                          </p:val>
                                        </p:tav>
                                        <p:tav tm="100000">
                                          <p:val>
                                            <p:strVal val="#ppt_x"/>
                                          </p:val>
                                        </p:tav>
                                      </p:tavLst>
                                    </p:anim>
                                    <p:anim calcmode="lin" valueType="num">
                                      <p:cBhvr additive="base">
                                        <p:cTn id="58" dur="600" fill="hold"/>
                                        <p:tgtEl>
                                          <p:spTgt spid="11"/>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600"/>
                                        <p:tgtEl>
                                          <p:spTgt spid="12"/>
                                        </p:tgtEl>
                                      </p:cBhvr>
                                    </p:animEffect>
                                    <p:anim calcmode="lin" valueType="num">
                                      <p:cBhvr additive="base">
                                        <p:cTn id="62" dur="600" fill="hold"/>
                                        <p:tgtEl>
                                          <p:spTgt spid="12"/>
                                        </p:tgtEl>
                                        <p:attrNameLst>
                                          <p:attrName>ppt_x</p:attrName>
                                        </p:attrNameLst>
                                      </p:cBhvr>
                                      <p:tavLst>
                                        <p:tav tm="0">
                                          <p:val>
                                            <p:strVal val="#ppt_x"/>
                                          </p:val>
                                        </p:tav>
                                        <p:tav tm="100000">
                                          <p:val>
                                            <p:strVal val="#ppt_x"/>
                                          </p:val>
                                        </p:tav>
                                      </p:tavLst>
                                    </p:anim>
                                    <p:anim calcmode="lin" valueType="num">
                                      <p:cBhvr additive="base">
                                        <p:cTn id="63" dur="600" fill="hold"/>
                                        <p:tgtEl>
                                          <p:spTgt spid="12"/>
                                        </p:tgtEl>
                                        <p:attrNameLst>
                                          <p:attrName>ppt_y</p:attrName>
                                        </p:attrNameLst>
                                      </p:cBhvr>
                                      <p:tavLst>
                                        <p:tav tm="0">
                                          <p:val>
                                            <p:strVal val="#ppt_y+.1"/>
                                          </p:val>
                                        </p:tav>
                                        <p:tav tm="100000">
                                          <p:val>
                                            <p:strVal val="#ppt_y"/>
                                          </p:val>
                                        </p:tav>
                                      </p:tavLst>
                                    </p:anim>
                                  </p:childTnLst>
                                </p:cTn>
                              </p:par>
                            </p:childTnLst>
                          </p:cTn>
                        </p:par>
                        <p:par>
                          <p:cTn id="64" fill="hold">
                            <p:stCondLst>
                              <p:cond delay="2760"/>
                            </p:stCondLst>
                            <p:childTnLst>
                              <p:par>
                                <p:cTn id="65" presetID="42" presetClass="entr" presetSubtype="0" fill="hold" nodeType="after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fade">
                                      <p:cBhvr>
                                        <p:cTn id="67" dur="600"/>
                                        <p:tgtEl>
                                          <p:spTgt spid="13"/>
                                        </p:tgtEl>
                                      </p:cBhvr>
                                    </p:animEffect>
                                    <p:anim calcmode="lin" valueType="num">
                                      <p:cBhvr additive="base">
                                        <p:cTn id="68" dur="600" fill="hold"/>
                                        <p:tgtEl>
                                          <p:spTgt spid="13"/>
                                        </p:tgtEl>
                                        <p:attrNameLst>
                                          <p:attrName>ppt_x</p:attrName>
                                        </p:attrNameLst>
                                      </p:cBhvr>
                                      <p:tavLst>
                                        <p:tav tm="0">
                                          <p:val>
                                            <p:strVal val="#ppt_x"/>
                                          </p:val>
                                        </p:tav>
                                        <p:tav tm="100000">
                                          <p:val>
                                            <p:strVal val="#ppt_x"/>
                                          </p:val>
                                        </p:tav>
                                      </p:tavLst>
                                    </p:anim>
                                    <p:anim calcmode="lin" valueType="num">
                                      <p:cBhvr additive="base">
                                        <p:cTn id="69" dur="600" fill="hold"/>
                                        <p:tgtEl>
                                          <p:spTgt spid="13"/>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fade">
                                      <p:cBhvr>
                                        <p:cTn id="72" dur="600"/>
                                        <p:tgtEl>
                                          <p:spTgt spid="14"/>
                                        </p:tgtEl>
                                      </p:cBhvr>
                                    </p:animEffect>
                                    <p:anim calcmode="lin" valueType="num">
                                      <p:cBhvr additive="base">
                                        <p:cTn id="73" dur="600" fill="hold"/>
                                        <p:tgtEl>
                                          <p:spTgt spid="14"/>
                                        </p:tgtEl>
                                        <p:attrNameLst>
                                          <p:attrName>ppt_x</p:attrName>
                                        </p:attrNameLst>
                                      </p:cBhvr>
                                      <p:tavLst>
                                        <p:tav tm="0">
                                          <p:val>
                                            <p:strVal val="#ppt_x"/>
                                          </p:val>
                                        </p:tav>
                                        <p:tav tm="100000">
                                          <p:val>
                                            <p:strVal val="#ppt_x"/>
                                          </p:val>
                                        </p:tav>
                                      </p:tavLst>
                                    </p:anim>
                                    <p:anim calcmode="lin" valueType="num">
                                      <p:cBhvr additive="base">
                                        <p:cTn id="74" dur="600" fill="hold"/>
                                        <p:tgtEl>
                                          <p:spTgt spid="14"/>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fade">
                                      <p:cBhvr>
                                        <p:cTn id="77" dur="600"/>
                                        <p:tgtEl>
                                          <p:spTgt spid="15"/>
                                        </p:tgtEl>
                                      </p:cBhvr>
                                    </p:animEffect>
                                    <p:anim calcmode="lin" valueType="num">
                                      <p:cBhvr additive="base">
                                        <p:cTn id="78" dur="600" fill="hold"/>
                                        <p:tgtEl>
                                          <p:spTgt spid="15"/>
                                        </p:tgtEl>
                                        <p:attrNameLst>
                                          <p:attrName>ppt_x</p:attrName>
                                        </p:attrNameLst>
                                      </p:cBhvr>
                                      <p:tavLst>
                                        <p:tav tm="0">
                                          <p:val>
                                            <p:strVal val="#ppt_x"/>
                                          </p:val>
                                        </p:tav>
                                        <p:tav tm="100000">
                                          <p:val>
                                            <p:strVal val="#ppt_x"/>
                                          </p:val>
                                        </p:tav>
                                      </p:tavLst>
                                    </p:anim>
                                    <p:anim calcmode="lin" valueType="num">
                                      <p:cBhvr additive="base">
                                        <p:cTn id="79" dur="600" fill="hold"/>
                                        <p:tgtEl>
                                          <p:spTgt spid="15"/>
                                        </p:tgtEl>
                                        <p:attrNameLst>
                                          <p:attrName>ppt_y</p:attrName>
                                        </p:attrNameLst>
                                      </p:cBhvr>
                                      <p:tavLst>
                                        <p:tav tm="0">
                                          <p:val>
                                            <p:strVal val="#ppt_y+.1"/>
                                          </p:val>
                                        </p:tav>
                                        <p:tav tm="100000">
                                          <p:val>
                                            <p:strVal val="#ppt_y"/>
                                          </p:val>
                                        </p:tav>
                                      </p:tavLst>
                                    </p:anim>
                                  </p:childTnLst>
                                </p:cTn>
                              </p:par>
                            </p:childTnLst>
                          </p:cTn>
                        </p:par>
                        <p:par>
                          <p:cTn id="80" fill="hold">
                            <p:stCondLst>
                              <p:cond delay="3210"/>
                            </p:stCondLst>
                            <p:childTnLst>
                              <p:par>
                                <p:cTn id="81" presetID="42" presetClass="entr" presetSubtype="0" fill="hold" grpId="0" nodeType="after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fade">
                                      <p:cBhvr>
                                        <p:cTn id="83" dur="600"/>
                                        <p:tgtEl>
                                          <p:spTgt spid="16"/>
                                        </p:tgtEl>
                                      </p:cBhvr>
                                    </p:animEffect>
                                    <p:anim calcmode="lin" valueType="num">
                                      <p:cBhvr additive="base">
                                        <p:cTn id="84" dur="600" fill="hold"/>
                                        <p:tgtEl>
                                          <p:spTgt spid="16"/>
                                        </p:tgtEl>
                                        <p:attrNameLst>
                                          <p:attrName>ppt_x</p:attrName>
                                        </p:attrNameLst>
                                      </p:cBhvr>
                                      <p:tavLst>
                                        <p:tav tm="0">
                                          <p:val>
                                            <p:strVal val="#ppt_x"/>
                                          </p:val>
                                        </p:tav>
                                        <p:tav tm="100000">
                                          <p:val>
                                            <p:strVal val="#ppt_x"/>
                                          </p:val>
                                        </p:tav>
                                      </p:tavLst>
                                    </p:anim>
                                    <p:anim calcmode="lin" valueType="num">
                                      <p:cBhvr additive="base">
                                        <p:cTn id="85" dur="6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9" grpId="0" animBg="1"/>
      <p:bldP spid="12" grpId="0" animBg="1"/>
      <p:bldP spid="15"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520"/>
        </a:solidFill>
        <a:effectLst/>
      </p:bgPr>
    </p:bg>
    <p:spTree>
      <p:nvGrpSpPr>
        <p:cNvPr id="1" name=""/>
        <p:cNvGrpSpPr/>
        <p:nvPr/>
      </p:nvGrpSpPr>
      <p:grpSpPr>
        <a:xfrm>
          <a:off x="0" y="0"/>
          <a:ext cx="0" cy="0"/>
          <a:chOff x="0" y="0"/>
          <a:chExt cx="0" cy="0"/>
        </a:xfrm>
      </p:grpSpPr>
      <p:sp>
        <p:nvSpPr>
          <p:cNvPr id="2" name="a01u_121"/>
          <p:cNvSpPr txBox="1"/>
          <p:nvPr/>
        </p:nvSpPr>
        <p:spPr>
          <a:xfrm>
            <a:off x="685800" y="457200"/>
            <a:ext cx="10820095" cy="292608"/>
          </a:xfrm>
          <a:prstGeom prst="rect">
            <a:avLst/>
          </a:prstGeom>
          <a:noFill/>
          <a:ln/>
        </p:spPr>
        <p:txBody>
          <a:bodyPr wrap="square" lIns="0" tIns="0" rIns="0" bIns="0" rtlCol="0" anchor="ctr"/>
          <a:lstStyle/>
          <a:p>
            <a:pPr marL="0" indent="0">
              <a:buNone/>
            </a:pPr>
            <a:r>
              <a:rPr lang="en-US" sz="1300" b="1" kern="0" spc="300" dirty="0">
                <a:solidFill>
                  <a:srgbClr val="E59BC3"/>
                </a:solidFill>
                <a:latin typeface="Calibri" pitchFamily="34" charset="0"/>
                <a:ea typeface="Calibri" pitchFamily="34" charset="-122"/>
                <a:cs typeface="Calibri" pitchFamily="34" charset="-120"/>
              </a:rPr>
              <a:t>BEVESTIGING</a:t>
            </a:r>
            <a:endParaRPr lang="en-US" sz="1300" dirty="0"/>
          </a:p>
        </p:txBody>
      </p:sp>
      <p:sp>
        <p:nvSpPr>
          <p:cNvPr id="3" name="a01u_122"/>
          <p:cNvSpPr txBox="1"/>
          <p:nvPr/>
        </p:nvSpPr>
        <p:spPr>
          <a:xfrm>
            <a:off x="685800" y="749808"/>
            <a:ext cx="10820095" cy="731520"/>
          </a:xfrm>
          <a:prstGeom prst="rect">
            <a:avLst/>
          </a:prstGeom>
          <a:noFill/>
          <a:ln/>
        </p:spPr>
        <p:txBody>
          <a:bodyPr wrap="square" lIns="0" tIns="0" rIns="0" bIns="0" rtlCol="0" anchor="t"/>
          <a:lstStyle/>
          <a:p>
            <a:pPr marL="0" indent="0">
              <a:buNone/>
            </a:pPr>
            <a:r>
              <a:rPr lang="en-US" sz="4000" b="1" dirty="0">
                <a:solidFill>
                  <a:srgbClr val="F4EEF2"/>
                </a:solidFill>
                <a:latin typeface="Bahnschrift SemiCondensed" pitchFamily="34" charset="0"/>
                <a:ea typeface="Bahnschrift SemiCondensed" pitchFamily="34" charset="-122"/>
                <a:cs typeface="Bahnschrift SemiCondensed" pitchFamily="34" charset="-120"/>
              </a:rPr>
              <a:t>BEDANKT, JE STOEL IS GEBOEKT</a:t>
            </a:r>
            <a:endParaRPr lang="en-US" sz="4000" dirty="0"/>
          </a:p>
        </p:txBody>
      </p:sp>
      <p:pic>
        <p:nvPicPr>
          <p:cNvPr id="4" name="a02z_123" descr="f-bevestiging.png"/>
          <p:cNvPicPr>
            <a:picLocks noChangeAspect="1"/>
          </p:cNvPicPr>
          <p:nvPr/>
        </p:nvPicPr>
        <p:blipFill>
          <a:blip r:embed="rId3"/>
          <a:stretch>
            <a:fillRect/>
          </a:stretch>
        </p:blipFill>
        <p:spPr>
          <a:xfrm>
            <a:off x="685800" y="1783080"/>
            <a:ext cx="6492240" cy="2234094"/>
          </a:xfrm>
          <a:prstGeom prst="rect">
            <a:avLst/>
          </a:prstGeom>
        </p:spPr>
      </p:pic>
      <p:sp>
        <p:nvSpPr>
          <p:cNvPr id="5" name="a03u_124"/>
          <p:cNvSpPr/>
          <p:nvPr/>
        </p:nvSpPr>
        <p:spPr>
          <a:xfrm>
            <a:off x="7498080" y="1783080"/>
            <a:ext cx="4005072" cy="1298448"/>
          </a:xfrm>
          <a:prstGeom prst="roundRect">
            <a:avLst>
              <a:gd name="adj" fmla="val 8451"/>
            </a:avLst>
          </a:prstGeom>
          <a:solidFill>
            <a:srgbClr val="231B27"/>
          </a:solidFill>
          <a:ln w="9525">
            <a:solidFill>
              <a:srgbClr val="3A2D3D"/>
            </a:solidFill>
            <a:prstDash val="solid"/>
          </a:ln>
        </p:spPr>
        <p:txBody>
          <a:bodyPr/>
          <a:lstStyle/>
          <a:p>
            <a:endParaRPr lang="en-NL"/>
          </a:p>
        </p:txBody>
      </p:sp>
      <p:sp>
        <p:nvSpPr>
          <p:cNvPr id="6" name="a03u_125"/>
          <p:cNvSpPr txBox="1"/>
          <p:nvPr/>
        </p:nvSpPr>
        <p:spPr>
          <a:xfrm>
            <a:off x="7772400" y="2057400"/>
            <a:ext cx="3456432" cy="36576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Controleren</a:t>
            </a:r>
            <a:endParaRPr lang="en-US" sz="2000" dirty="0"/>
          </a:p>
        </p:txBody>
      </p:sp>
      <p:sp>
        <p:nvSpPr>
          <p:cNvPr id="7" name="a03u_126"/>
          <p:cNvSpPr txBox="1"/>
          <p:nvPr/>
        </p:nvSpPr>
        <p:spPr>
          <a:xfrm>
            <a:off x="7772400" y="2514600"/>
            <a:ext cx="3456432" cy="384048"/>
          </a:xfrm>
          <a:prstGeom prst="rect">
            <a:avLst/>
          </a:prstGeom>
          <a:noFill/>
          <a:ln/>
        </p:spPr>
        <p:txBody>
          <a:bodyPr wrap="square" lIns="0" tIns="0" rIns="0" bIns="0" rtlCol="0" anchor="t"/>
          <a:lstStyle/>
          <a:p>
            <a:pPr marL="0" indent="0">
              <a:buNone/>
            </a:pPr>
            <a:r>
              <a:rPr lang="en-US" sz="1400" dirty="0">
                <a:solidFill>
                  <a:srgbClr val="BBA9B6"/>
                </a:solidFill>
                <a:latin typeface="Calibri" pitchFamily="34" charset="0"/>
                <a:ea typeface="Calibri" pitchFamily="34" charset="-122"/>
                <a:cs typeface="Calibri" pitchFamily="34" charset="-120"/>
              </a:rPr>
              <a:t>Stoel A1–E8? Geldige e-mail? Bestaat de voorstelling?</a:t>
            </a:r>
            <a:endParaRPr lang="en-US" sz="1400" dirty="0"/>
          </a:p>
        </p:txBody>
      </p:sp>
      <p:sp>
        <p:nvSpPr>
          <p:cNvPr id="8" name="a04u_127"/>
          <p:cNvSpPr/>
          <p:nvPr/>
        </p:nvSpPr>
        <p:spPr>
          <a:xfrm>
            <a:off x="7498080" y="3246120"/>
            <a:ext cx="4005072" cy="1298448"/>
          </a:xfrm>
          <a:prstGeom prst="roundRect">
            <a:avLst>
              <a:gd name="adj" fmla="val 8451"/>
            </a:avLst>
          </a:prstGeom>
          <a:solidFill>
            <a:srgbClr val="231B27"/>
          </a:solidFill>
          <a:ln w="9525">
            <a:solidFill>
              <a:srgbClr val="3A2D3D"/>
            </a:solidFill>
            <a:prstDash val="solid"/>
          </a:ln>
        </p:spPr>
        <p:txBody>
          <a:bodyPr/>
          <a:lstStyle/>
          <a:p>
            <a:endParaRPr lang="en-NL"/>
          </a:p>
        </p:txBody>
      </p:sp>
      <p:sp>
        <p:nvSpPr>
          <p:cNvPr id="9" name="a04u_128"/>
          <p:cNvSpPr txBox="1"/>
          <p:nvPr/>
        </p:nvSpPr>
        <p:spPr>
          <a:xfrm>
            <a:off x="7772400" y="3520440"/>
            <a:ext cx="3456432" cy="36576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Opslaan</a:t>
            </a:r>
            <a:endParaRPr lang="en-US" sz="2000" dirty="0"/>
          </a:p>
        </p:txBody>
      </p:sp>
      <p:sp>
        <p:nvSpPr>
          <p:cNvPr id="10" name="a04u_129"/>
          <p:cNvSpPr txBox="1"/>
          <p:nvPr/>
        </p:nvSpPr>
        <p:spPr>
          <a:xfrm>
            <a:off x="7772400" y="3977640"/>
            <a:ext cx="3456432" cy="384048"/>
          </a:xfrm>
          <a:prstGeom prst="rect">
            <a:avLst/>
          </a:prstGeom>
          <a:noFill/>
          <a:ln/>
        </p:spPr>
        <p:txBody>
          <a:bodyPr wrap="square" lIns="0" tIns="0" rIns="0" bIns="0" rtlCol="0" anchor="t"/>
          <a:lstStyle/>
          <a:p>
            <a:pPr marL="0" indent="0">
              <a:buNone/>
            </a:pPr>
            <a:r>
              <a:rPr lang="en-US" sz="1400" dirty="0">
                <a:solidFill>
                  <a:srgbClr val="BBA9B6"/>
                </a:solidFill>
                <a:latin typeface="Calibri" pitchFamily="34" charset="0"/>
                <a:ea typeface="Calibri" pitchFamily="34" charset="-122"/>
                <a:cs typeface="Calibri" pitchFamily="34" charset="-120"/>
              </a:rPr>
              <a:t>INSERT in de tabel reservering.</a:t>
            </a:r>
            <a:endParaRPr lang="en-US" sz="1400" dirty="0"/>
          </a:p>
        </p:txBody>
      </p:sp>
      <p:sp>
        <p:nvSpPr>
          <p:cNvPr id="11" name="a05u_130"/>
          <p:cNvSpPr/>
          <p:nvPr/>
        </p:nvSpPr>
        <p:spPr>
          <a:xfrm>
            <a:off x="7498080" y="4709160"/>
            <a:ext cx="4005072" cy="1298448"/>
          </a:xfrm>
          <a:prstGeom prst="roundRect">
            <a:avLst>
              <a:gd name="adj" fmla="val 8451"/>
            </a:avLst>
          </a:prstGeom>
          <a:solidFill>
            <a:srgbClr val="231B27"/>
          </a:solidFill>
          <a:ln w="9525">
            <a:solidFill>
              <a:srgbClr val="3A2D3D"/>
            </a:solidFill>
            <a:prstDash val="solid"/>
          </a:ln>
        </p:spPr>
        <p:txBody>
          <a:bodyPr/>
          <a:lstStyle/>
          <a:p>
            <a:endParaRPr lang="en-NL"/>
          </a:p>
        </p:txBody>
      </p:sp>
      <p:sp>
        <p:nvSpPr>
          <p:cNvPr id="12" name="a05u_131"/>
          <p:cNvSpPr txBox="1"/>
          <p:nvPr/>
        </p:nvSpPr>
        <p:spPr>
          <a:xfrm>
            <a:off x="7772400" y="4983480"/>
            <a:ext cx="3456432" cy="36576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Nooit dubbel</a:t>
            </a:r>
            <a:endParaRPr lang="en-US" sz="2000" dirty="0"/>
          </a:p>
        </p:txBody>
      </p:sp>
      <p:sp>
        <p:nvSpPr>
          <p:cNvPr id="13" name="a05u_132"/>
          <p:cNvSpPr txBox="1"/>
          <p:nvPr/>
        </p:nvSpPr>
        <p:spPr>
          <a:xfrm>
            <a:off x="7772400" y="5440680"/>
            <a:ext cx="3456432" cy="384048"/>
          </a:xfrm>
          <a:prstGeom prst="rect">
            <a:avLst/>
          </a:prstGeom>
          <a:noFill/>
          <a:ln/>
        </p:spPr>
        <p:txBody>
          <a:bodyPr wrap="square" lIns="0" tIns="0" rIns="0" bIns="0" rtlCol="0" anchor="t"/>
          <a:lstStyle/>
          <a:p>
            <a:pPr marL="0" indent="0">
              <a:buNone/>
            </a:pPr>
            <a:r>
              <a:rPr lang="en-US" sz="1400" dirty="0">
                <a:solidFill>
                  <a:srgbClr val="BBA9B6"/>
                </a:solidFill>
                <a:latin typeface="Calibri" pitchFamily="34" charset="0"/>
                <a:ea typeface="Calibri" pitchFamily="34" charset="-122"/>
                <a:cs typeface="Calibri" pitchFamily="34" charset="-120"/>
              </a:rPr>
              <a:t>UNIQUE: één stoel per voorstelling.</a:t>
            </a:r>
            <a:endParaRPr lang="en-US" sz="1400" dirty="0"/>
          </a:p>
        </p:txBody>
      </p:sp>
      <p:sp>
        <p:nvSpPr>
          <p:cNvPr id="14" name="a06u_133"/>
          <p:cNvSpPr txBox="1"/>
          <p:nvPr/>
        </p:nvSpPr>
        <p:spPr>
          <a:xfrm>
            <a:off x="685800" y="4154334"/>
            <a:ext cx="6492240" cy="365760"/>
          </a:xfrm>
          <a:prstGeom prst="rect">
            <a:avLst/>
          </a:prstGeom>
          <a:noFill/>
          <a:ln/>
        </p:spPr>
        <p:txBody>
          <a:bodyPr wrap="square" lIns="0" tIns="0" rIns="0" bIns="0" rtlCol="0" anchor="ctr"/>
          <a:lstStyle/>
          <a:p>
            <a:pPr marL="0" indent="0">
              <a:buNone/>
            </a:pPr>
            <a:r>
              <a:rPr lang="en-US" sz="1400" i="1" dirty="0">
                <a:solidFill>
                  <a:srgbClr val="BBA9B6"/>
                </a:solidFill>
                <a:latin typeface="Calibri" pitchFamily="34" charset="0"/>
                <a:ea typeface="Calibri" pitchFamily="34" charset="-122"/>
                <a:cs typeface="Calibri" pitchFamily="34" charset="-120"/>
              </a:rPr>
              <a:t>Echte boeking op de live site: Test Artem, stoelen C4 en C5.</a:t>
            </a:r>
            <a:endParaRPr lang="en-US" sz="1400" dirty="0"/>
          </a:p>
        </p:txBody>
      </p:sp>
      <p:sp>
        <p:nvSpPr>
          <p:cNvPr id="15" name="Text 12"/>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16" name="Text 13"/>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Lucas · 10/20</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additive="base">
                                        <p:cTn id="8" dur="600" fill="hold"/>
                                        <p:tgtEl>
                                          <p:spTgt spid="2"/>
                                        </p:tgtEl>
                                        <p:attrNameLst>
                                          <p:attrName>ppt_x</p:attrName>
                                        </p:attrNameLst>
                                      </p:cBhvr>
                                      <p:tavLst>
                                        <p:tav tm="0">
                                          <p:val>
                                            <p:strVal val="#ppt_x"/>
                                          </p:val>
                                        </p:tav>
                                        <p:tav tm="100000">
                                          <p:val>
                                            <p:strVal val="#ppt_x"/>
                                          </p:val>
                                        </p:tav>
                                      </p:tavLst>
                                    </p:anim>
                                    <p:anim calcmode="lin" valueType="num">
                                      <p:cBhvr additive="base">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850"/>
                            </p:stCondLst>
                            <p:childTnLst>
                              <p:par>
                                <p:cTn id="16" presetID="53" presetClass="entr" presetSubtype="16"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700" fill="hold"/>
                                        <p:tgtEl>
                                          <p:spTgt spid="4"/>
                                        </p:tgtEl>
                                        <p:attrNameLst>
                                          <p:attrName>ppt_w</p:attrName>
                                        </p:attrNameLst>
                                      </p:cBhvr>
                                      <p:tavLst>
                                        <p:tav tm="0">
                                          <p:val>
                                            <p:strVal val="0"/>
                                          </p:val>
                                        </p:tav>
                                        <p:tav tm="100000">
                                          <p:val>
                                            <p:strVal val="#ppt_w"/>
                                          </p:val>
                                        </p:tav>
                                      </p:tavLst>
                                    </p:anim>
                                    <p:anim calcmode="lin" valueType="num">
                                      <p:cBhvr additive="base">
                                        <p:cTn id="19" dur="700" fill="hold"/>
                                        <p:tgtEl>
                                          <p:spTgt spid="4"/>
                                        </p:tgtEl>
                                        <p:attrNameLst>
                                          <p:attrName>ppt_h</p:attrName>
                                        </p:attrNameLst>
                                      </p:cBhvr>
                                      <p:tavLst>
                                        <p:tav tm="0">
                                          <p:val>
                                            <p:strVal val="0"/>
                                          </p:val>
                                        </p:tav>
                                        <p:tav tm="100000">
                                          <p:val>
                                            <p:strVal val="#ppt_h"/>
                                          </p:val>
                                        </p:tav>
                                      </p:tavLst>
                                    </p:anim>
                                    <p:animEffect transition="in" filter="fade">
                                      <p:cBhvr>
                                        <p:cTn id="20" dur="700"/>
                                        <p:tgtEl>
                                          <p:spTgt spid="4"/>
                                        </p:tgtEl>
                                      </p:cBhvr>
                                    </p:animEffect>
                                  </p:childTnLst>
                                </p:cTn>
                              </p:par>
                            </p:childTnLst>
                          </p:cTn>
                        </p:par>
                        <p:par>
                          <p:cTn id="21" fill="hold">
                            <p:stCondLst>
                              <p:cond delay="1355"/>
                            </p:stCondLst>
                            <p:childTnLst>
                              <p:par>
                                <p:cTn id="22" presetID="42"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ppt_x</p:attrName>
                                        </p:attrNameLst>
                                      </p:cBhvr>
                                      <p:tavLst>
                                        <p:tav tm="0">
                                          <p:val>
                                            <p:strVal val="#ppt_x"/>
                                          </p:val>
                                        </p:tav>
                                        <p:tav tm="100000">
                                          <p:val>
                                            <p:strVal val="#ppt_x"/>
                                          </p:val>
                                        </p:tav>
                                      </p:tavLst>
                                    </p:anim>
                                    <p:anim calcmode="lin" valueType="num">
                                      <p:cBhvr additive="base">
                                        <p:cTn id="26" dur="600" fill="hold"/>
                                        <p:tgtEl>
                                          <p:spTgt spid="5"/>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600"/>
                                        <p:tgtEl>
                                          <p:spTgt spid="6"/>
                                        </p:tgtEl>
                                      </p:cBhvr>
                                    </p:animEffect>
                                    <p:anim calcmode="lin" valueType="num">
                                      <p:cBhvr additive="base">
                                        <p:cTn id="30" dur="600" fill="hold"/>
                                        <p:tgtEl>
                                          <p:spTgt spid="6"/>
                                        </p:tgtEl>
                                        <p:attrNameLst>
                                          <p:attrName>ppt_x</p:attrName>
                                        </p:attrNameLst>
                                      </p:cBhvr>
                                      <p:tavLst>
                                        <p:tav tm="0">
                                          <p:val>
                                            <p:strVal val="#ppt_x"/>
                                          </p:val>
                                        </p:tav>
                                        <p:tav tm="100000">
                                          <p:val>
                                            <p:strVal val="#ppt_x"/>
                                          </p:val>
                                        </p:tav>
                                      </p:tavLst>
                                    </p:anim>
                                    <p:anim calcmode="lin" valueType="num">
                                      <p:cBhvr additive="base">
                                        <p:cTn id="31" dur="600" fill="hold"/>
                                        <p:tgtEl>
                                          <p:spTgt spid="6"/>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600"/>
                                        <p:tgtEl>
                                          <p:spTgt spid="7"/>
                                        </p:tgtEl>
                                      </p:cBhvr>
                                    </p:animEffect>
                                    <p:anim calcmode="lin" valueType="num">
                                      <p:cBhvr additive="base">
                                        <p:cTn id="35" dur="600" fill="hold"/>
                                        <p:tgtEl>
                                          <p:spTgt spid="7"/>
                                        </p:tgtEl>
                                        <p:attrNameLst>
                                          <p:attrName>ppt_x</p:attrName>
                                        </p:attrNameLst>
                                      </p:cBhvr>
                                      <p:tavLst>
                                        <p:tav tm="0">
                                          <p:val>
                                            <p:strVal val="#ppt_x"/>
                                          </p:val>
                                        </p:tav>
                                        <p:tav tm="100000">
                                          <p:val>
                                            <p:strVal val="#ppt_x"/>
                                          </p:val>
                                        </p:tav>
                                      </p:tavLst>
                                    </p:anim>
                                    <p:anim calcmode="lin" valueType="num">
                                      <p:cBhvr additive="base">
                                        <p:cTn id="36" dur="600" fill="hold"/>
                                        <p:tgtEl>
                                          <p:spTgt spid="7"/>
                                        </p:tgtEl>
                                        <p:attrNameLst>
                                          <p:attrName>ppt_y</p:attrName>
                                        </p:attrNameLst>
                                      </p:cBhvr>
                                      <p:tavLst>
                                        <p:tav tm="0">
                                          <p:val>
                                            <p:strVal val="#ppt_y+.1"/>
                                          </p:val>
                                        </p:tav>
                                        <p:tav tm="100000">
                                          <p:val>
                                            <p:strVal val="#ppt_y"/>
                                          </p:val>
                                        </p:tav>
                                      </p:tavLst>
                                    </p:anim>
                                  </p:childTnLst>
                                </p:cTn>
                              </p:par>
                            </p:childTnLst>
                          </p:cTn>
                        </p:par>
                        <p:par>
                          <p:cTn id="37" fill="hold">
                            <p:stCondLst>
                              <p:cond delay="1805"/>
                            </p:stCondLst>
                            <p:childTnLst>
                              <p:par>
                                <p:cTn id="38" presetID="42" presetClass="entr" presetSubtype="0" fill="hold"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600"/>
                                        <p:tgtEl>
                                          <p:spTgt spid="8"/>
                                        </p:tgtEl>
                                      </p:cBhvr>
                                    </p:animEffect>
                                    <p:anim calcmode="lin" valueType="num">
                                      <p:cBhvr additive="base">
                                        <p:cTn id="41" dur="600" fill="hold"/>
                                        <p:tgtEl>
                                          <p:spTgt spid="8"/>
                                        </p:tgtEl>
                                        <p:attrNameLst>
                                          <p:attrName>ppt_x</p:attrName>
                                        </p:attrNameLst>
                                      </p:cBhvr>
                                      <p:tavLst>
                                        <p:tav tm="0">
                                          <p:val>
                                            <p:strVal val="#ppt_x"/>
                                          </p:val>
                                        </p:tav>
                                        <p:tav tm="100000">
                                          <p:val>
                                            <p:strVal val="#ppt_x"/>
                                          </p:val>
                                        </p:tav>
                                      </p:tavLst>
                                    </p:anim>
                                    <p:anim calcmode="lin" valueType="num">
                                      <p:cBhvr additive="base">
                                        <p:cTn id="42" dur="600" fill="hold"/>
                                        <p:tgtEl>
                                          <p:spTgt spid="8"/>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600"/>
                                        <p:tgtEl>
                                          <p:spTgt spid="9"/>
                                        </p:tgtEl>
                                      </p:cBhvr>
                                    </p:animEffect>
                                    <p:anim calcmode="lin" valueType="num">
                                      <p:cBhvr additive="base">
                                        <p:cTn id="46" dur="600" fill="hold"/>
                                        <p:tgtEl>
                                          <p:spTgt spid="9"/>
                                        </p:tgtEl>
                                        <p:attrNameLst>
                                          <p:attrName>ppt_x</p:attrName>
                                        </p:attrNameLst>
                                      </p:cBhvr>
                                      <p:tavLst>
                                        <p:tav tm="0">
                                          <p:val>
                                            <p:strVal val="#ppt_x"/>
                                          </p:val>
                                        </p:tav>
                                        <p:tav tm="100000">
                                          <p:val>
                                            <p:strVal val="#ppt_x"/>
                                          </p:val>
                                        </p:tav>
                                      </p:tavLst>
                                    </p:anim>
                                    <p:anim calcmode="lin" valueType="num">
                                      <p:cBhvr additive="base">
                                        <p:cTn id="47" dur="600" fill="hold"/>
                                        <p:tgtEl>
                                          <p:spTgt spid="9"/>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600"/>
                                        <p:tgtEl>
                                          <p:spTgt spid="10"/>
                                        </p:tgtEl>
                                      </p:cBhvr>
                                    </p:animEffect>
                                    <p:anim calcmode="lin" valueType="num">
                                      <p:cBhvr additive="base">
                                        <p:cTn id="51" dur="600" fill="hold"/>
                                        <p:tgtEl>
                                          <p:spTgt spid="10"/>
                                        </p:tgtEl>
                                        <p:attrNameLst>
                                          <p:attrName>ppt_x</p:attrName>
                                        </p:attrNameLst>
                                      </p:cBhvr>
                                      <p:tavLst>
                                        <p:tav tm="0">
                                          <p:val>
                                            <p:strVal val="#ppt_x"/>
                                          </p:val>
                                        </p:tav>
                                        <p:tav tm="100000">
                                          <p:val>
                                            <p:strVal val="#ppt_x"/>
                                          </p:val>
                                        </p:tav>
                                      </p:tavLst>
                                    </p:anim>
                                    <p:anim calcmode="lin" valueType="num">
                                      <p:cBhvr additive="base">
                                        <p:cTn id="52" dur="600" fill="hold"/>
                                        <p:tgtEl>
                                          <p:spTgt spid="10"/>
                                        </p:tgtEl>
                                        <p:attrNameLst>
                                          <p:attrName>ppt_y</p:attrName>
                                        </p:attrNameLst>
                                      </p:cBhvr>
                                      <p:tavLst>
                                        <p:tav tm="0">
                                          <p:val>
                                            <p:strVal val="#ppt_y+.1"/>
                                          </p:val>
                                        </p:tav>
                                        <p:tav tm="100000">
                                          <p:val>
                                            <p:strVal val="#ppt_y"/>
                                          </p:val>
                                        </p:tav>
                                      </p:tavLst>
                                    </p:anim>
                                  </p:childTnLst>
                                </p:cTn>
                              </p:par>
                            </p:childTnLst>
                          </p:cTn>
                        </p:par>
                        <p:par>
                          <p:cTn id="53" fill="hold">
                            <p:stCondLst>
                              <p:cond delay="2255"/>
                            </p:stCondLst>
                            <p:childTnLst>
                              <p:par>
                                <p:cTn id="54" presetID="42" presetClass="entr" presetSubtype="0" fill="hold" nodeType="after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600"/>
                                        <p:tgtEl>
                                          <p:spTgt spid="11"/>
                                        </p:tgtEl>
                                      </p:cBhvr>
                                    </p:animEffect>
                                    <p:anim calcmode="lin" valueType="num">
                                      <p:cBhvr additive="base">
                                        <p:cTn id="57" dur="600" fill="hold"/>
                                        <p:tgtEl>
                                          <p:spTgt spid="11"/>
                                        </p:tgtEl>
                                        <p:attrNameLst>
                                          <p:attrName>ppt_x</p:attrName>
                                        </p:attrNameLst>
                                      </p:cBhvr>
                                      <p:tavLst>
                                        <p:tav tm="0">
                                          <p:val>
                                            <p:strVal val="#ppt_x"/>
                                          </p:val>
                                        </p:tav>
                                        <p:tav tm="100000">
                                          <p:val>
                                            <p:strVal val="#ppt_x"/>
                                          </p:val>
                                        </p:tav>
                                      </p:tavLst>
                                    </p:anim>
                                    <p:anim calcmode="lin" valueType="num">
                                      <p:cBhvr additive="base">
                                        <p:cTn id="58" dur="600" fill="hold"/>
                                        <p:tgtEl>
                                          <p:spTgt spid="11"/>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600"/>
                                        <p:tgtEl>
                                          <p:spTgt spid="12"/>
                                        </p:tgtEl>
                                      </p:cBhvr>
                                    </p:animEffect>
                                    <p:anim calcmode="lin" valueType="num">
                                      <p:cBhvr additive="base">
                                        <p:cTn id="62" dur="600" fill="hold"/>
                                        <p:tgtEl>
                                          <p:spTgt spid="12"/>
                                        </p:tgtEl>
                                        <p:attrNameLst>
                                          <p:attrName>ppt_x</p:attrName>
                                        </p:attrNameLst>
                                      </p:cBhvr>
                                      <p:tavLst>
                                        <p:tav tm="0">
                                          <p:val>
                                            <p:strVal val="#ppt_x"/>
                                          </p:val>
                                        </p:tav>
                                        <p:tav tm="100000">
                                          <p:val>
                                            <p:strVal val="#ppt_x"/>
                                          </p:val>
                                        </p:tav>
                                      </p:tavLst>
                                    </p:anim>
                                    <p:anim calcmode="lin" valueType="num">
                                      <p:cBhvr additive="base">
                                        <p:cTn id="63" dur="600" fill="hold"/>
                                        <p:tgtEl>
                                          <p:spTgt spid="12"/>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600"/>
                                        <p:tgtEl>
                                          <p:spTgt spid="13"/>
                                        </p:tgtEl>
                                      </p:cBhvr>
                                    </p:animEffect>
                                    <p:anim calcmode="lin" valueType="num">
                                      <p:cBhvr additive="base">
                                        <p:cTn id="67" dur="600" fill="hold"/>
                                        <p:tgtEl>
                                          <p:spTgt spid="13"/>
                                        </p:tgtEl>
                                        <p:attrNameLst>
                                          <p:attrName>ppt_x</p:attrName>
                                        </p:attrNameLst>
                                      </p:cBhvr>
                                      <p:tavLst>
                                        <p:tav tm="0">
                                          <p:val>
                                            <p:strVal val="#ppt_x"/>
                                          </p:val>
                                        </p:tav>
                                        <p:tav tm="100000">
                                          <p:val>
                                            <p:strVal val="#ppt_x"/>
                                          </p:val>
                                        </p:tav>
                                      </p:tavLst>
                                    </p:anim>
                                    <p:anim calcmode="lin" valueType="num">
                                      <p:cBhvr additive="base">
                                        <p:cTn id="68" dur="600" fill="hold"/>
                                        <p:tgtEl>
                                          <p:spTgt spid="13"/>
                                        </p:tgtEl>
                                        <p:attrNameLst>
                                          <p:attrName>ppt_y</p:attrName>
                                        </p:attrNameLst>
                                      </p:cBhvr>
                                      <p:tavLst>
                                        <p:tav tm="0">
                                          <p:val>
                                            <p:strVal val="#ppt_y+.1"/>
                                          </p:val>
                                        </p:tav>
                                        <p:tav tm="100000">
                                          <p:val>
                                            <p:strVal val="#ppt_y"/>
                                          </p:val>
                                        </p:tav>
                                      </p:tavLst>
                                    </p:anim>
                                  </p:childTnLst>
                                </p:cTn>
                              </p:par>
                            </p:childTnLst>
                          </p:cTn>
                        </p:par>
                        <p:par>
                          <p:cTn id="69" fill="hold">
                            <p:stCondLst>
                              <p:cond delay="2705"/>
                            </p:stCondLst>
                            <p:childTnLst>
                              <p:par>
                                <p:cTn id="70" presetID="42" presetClass="entr" presetSubtype="0" fill="hold" grpId="0" nodeType="after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fade">
                                      <p:cBhvr>
                                        <p:cTn id="72" dur="600"/>
                                        <p:tgtEl>
                                          <p:spTgt spid="14"/>
                                        </p:tgtEl>
                                      </p:cBhvr>
                                    </p:animEffect>
                                    <p:anim calcmode="lin" valueType="num">
                                      <p:cBhvr additive="base">
                                        <p:cTn id="73" dur="600" fill="hold"/>
                                        <p:tgtEl>
                                          <p:spTgt spid="14"/>
                                        </p:tgtEl>
                                        <p:attrNameLst>
                                          <p:attrName>ppt_x</p:attrName>
                                        </p:attrNameLst>
                                      </p:cBhvr>
                                      <p:tavLst>
                                        <p:tav tm="0">
                                          <p:val>
                                            <p:strVal val="#ppt_x"/>
                                          </p:val>
                                        </p:tav>
                                        <p:tav tm="100000">
                                          <p:val>
                                            <p:strVal val="#ppt_x"/>
                                          </p:val>
                                        </p:tav>
                                      </p:tavLst>
                                    </p:anim>
                                    <p:anim calcmode="lin" valueType="num">
                                      <p:cBhvr additive="base">
                                        <p:cTn id="74" dur="6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9" grpId="0" animBg="1"/>
      <p:bldP spid="10" grpId="0" animBg="1"/>
      <p:bldP spid="12"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016"/>
        </a:solidFill>
        <a:effectLst/>
      </p:bgPr>
    </p:bg>
    <p:spTree>
      <p:nvGrpSpPr>
        <p:cNvPr id="1" name=""/>
        <p:cNvGrpSpPr/>
        <p:nvPr/>
      </p:nvGrpSpPr>
      <p:grpSpPr>
        <a:xfrm>
          <a:off x="0" y="0"/>
          <a:ext cx="0" cy="0"/>
          <a:chOff x="0" y="0"/>
          <a:chExt cx="0" cy="0"/>
        </a:xfrm>
      </p:grpSpPr>
      <p:sp>
        <p:nvSpPr>
          <p:cNvPr id="2" name="a01u_134"/>
          <p:cNvSpPr txBox="1"/>
          <p:nvPr/>
        </p:nvSpPr>
        <p:spPr>
          <a:xfrm>
            <a:off x="685800" y="457200"/>
            <a:ext cx="10820095" cy="292608"/>
          </a:xfrm>
          <a:prstGeom prst="rect">
            <a:avLst/>
          </a:prstGeom>
          <a:noFill/>
          <a:ln/>
        </p:spPr>
        <p:txBody>
          <a:bodyPr wrap="square" lIns="0" tIns="0" rIns="0" bIns="0" rtlCol="0" anchor="ctr"/>
          <a:lstStyle/>
          <a:p>
            <a:pPr marL="0" indent="0">
              <a:buNone/>
            </a:pPr>
            <a:r>
              <a:rPr lang="en-US" sz="1300" b="1" kern="0" spc="300" dirty="0">
                <a:solidFill>
                  <a:srgbClr val="E59BC3"/>
                </a:solidFill>
                <a:latin typeface="Calibri" pitchFamily="34" charset="0"/>
                <a:ea typeface="Calibri" pitchFamily="34" charset="-122"/>
                <a:cs typeface="Calibri" pitchFamily="34" charset="-120"/>
              </a:rPr>
              <a:t>DE API</a:t>
            </a:r>
            <a:endParaRPr lang="en-US" sz="1300" dirty="0"/>
          </a:p>
        </p:txBody>
      </p:sp>
      <p:sp>
        <p:nvSpPr>
          <p:cNvPr id="3" name="a01u_135"/>
          <p:cNvSpPr txBox="1"/>
          <p:nvPr/>
        </p:nvSpPr>
        <p:spPr>
          <a:xfrm>
            <a:off x="685800" y="749808"/>
            <a:ext cx="10820095" cy="731520"/>
          </a:xfrm>
          <a:prstGeom prst="rect">
            <a:avLst/>
          </a:prstGeom>
          <a:noFill/>
          <a:ln/>
        </p:spPr>
        <p:txBody>
          <a:bodyPr wrap="square" lIns="0" tIns="0" rIns="0" bIns="0" rtlCol="0" anchor="t"/>
          <a:lstStyle/>
          <a:p>
            <a:pPr marL="0" indent="0">
              <a:buNone/>
            </a:pPr>
            <a:r>
              <a:rPr lang="en-US" sz="4000" b="1" dirty="0">
                <a:solidFill>
                  <a:srgbClr val="F4EEF2"/>
                </a:solidFill>
                <a:latin typeface="Bahnschrift SemiCondensed" pitchFamily="34" charset="0"/>
                <a:ea typeface="Bahnschrift SemiCondensed" pitchFamily="34" charset="-122"/>
                <a:cs typeface="Bahnschrift SemiCondensed" pitchFamily="34" charset="-120"/>
              </a:rPr>
              <a:t>FILMS VAN HET HOOFDKANTOOR</a:t>
            </a:r>
            <a:endParaRPr lang="en-US" sz="4000" dirty="0"/>
          </a:p>
        </p:txBody>
      </p:sp>
      <p:sp>
        <p:nvSpPr>
          <p:cNvPr id="4" name="a02z_136"/>
          <p:cNvSpPr/>
          <p:nvPr/>
        </p:nvSpPr>
        <p:spPr>
          <a:xfrm>
            <a:off x="685800" y="1874520"/>
            <a:ext cx="3058058" cy="1234440"/>
          </a:xfrm>
          <a:prstGeom prst="roundRect">
            <a:avLst>
              <a:gd name="adj" fmla="val 8889"/>
            </a:avLst>
          </a:prstGeom>
          <a:solidFill>
            <a:srgbClr val="231B27"/>
          </a:solidFill>
          <a:ln w="12700">
            <a:solidFill>
              <a:srgbClr val="3A2D3D"/>
            </a:solidFill>
            <a:prstDash val="solid"/>
          </a:ln>
        </p:spPr>
        <p:txBody>
          <a:bodyPr/>
          <a:lstStyle/>
          <a:p>
            <a:endParaRPr lang="en-NL"/>
          </a:p>
        </p:txBody>
      </p:sp>
      <p:sp>
        <p:nvSpPr>
          <p:cNvPr id="5" name="a02z_137"/>
          <p:cNvSpPr txBox="1"/>
          <p:nvPr/>
        </p:nvSpPr>
        <p:spPr>
          <a:xfrm>
            <a:off x="960120" y="2057400"/>
            <a:ext cx="2509418" cy="41148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API hoofdkantoor</a:t>
            </a:r>
            <a:endParaRPr lang="en-US" sz="2000" dirty="0"/>
          </a:p>
        </p:txBody>
      </p:sp>
      <p:sp>
        <p:nvSpPr>
          <p:cNvPr id="6" name="a02z_138"/>
          <p:cNvSpPr txBox="1"/>
          <p:nvPr/>
        </p:nvSpPr>
        <p:spPr>
          <a:xfrm>
            <a:off x="960120" y="2514600"/>
            <a:ext cx="2509418" cy="411480"/>
          </a:xfrm>
          <a:prstGeom prst="rect">
            <a:avLst/>
          </a:prstGeom>
          <a:noFill/>
          <a:ln/>
        </p:spPr>
        <p:txBody>
          <a:bodyPr wrap="square" lIns="0" tIns="0" rIns="0" bIns="0" rtlCol="0" anchor="ctr"/>
          <a:lstStyle/>
          <a:p>
            <a:pPr marL="0" indent="0">
              <a:buNone/>
            </a:pPr>
            <a:r>
              <a:rPr lang="en-US" sz="1500" dirty="0">
                <a:solidFill>
                  <a:srgbClr val="BBA9B6"/>
                </a:solidFill>
                <a:latin typeface="Calibri" pitchFamily="34" charset="0"/>
                <a:ea typeface="Calibri" pitchFamily="34" charset="-122"/>
                <a:cs typeface="Calibri" pitchFamily="34" charset="-120"/>
              </a:rPr>
              <a:t>Titel, poster, tekst en cijfer</a:t>
            </a:r>
            <a:endParaRPr lang="en-US" sz="1500" dirty="0"/>
          </a:p>
        </p:txBody>
      </p:sp>
      <p:pic>
        <p:nvPicPr>
          <p:cNvPr id="7" name="a03l_139" descr="preencoded.png"/>
          <p:cNvPicPr>
            <a:picLocks noChangeAspect="1"/>
          </p:cNvPicPr>
          <p:nvPr/>
        </p:nvPicPr>
        <p:blipFill>
          <a:blip r:embed="rId3"/>
          <a:stretch>
            <a:fillRect/>
          </a:stretch>
        </p:blipFill>
        <p:spPr>
          <a:xfrm>
            <a:off x="3945026" y="2286000"/>
            <a:ext cx="420624" cy="420624"/>
          </a:xfrm>
          <a:prstGeom prst="rect">
            <a:avLst/>
          </a:prstGeom>
        </p:spPr>
      </p:pic>
      <p:sp>
        <p:nvSpPr>
          <p:cNvPr id="8" name="a04z_140"/>
          <p:cNvSpPr/>
          <p:nvPr/>
        </p:nvSpPr>
        <p:spPr>
          <a:xfrm>
            <a:off x="4566818" y="1874520"/>
            <a:ext cx="3058058" cy="1234440"/>
          </a:xfrm>
          <a:prstGeom prst="roundRect">
            <a:avLst>
              <a:gd name="adj" fmla="val 8889"/>
            </a:avLst>
          </a:prstGeom>
          <a:solidFill>
            <a:srgbClr val="67294C"/>
          </a:solidFill>
          <a:ln w="12700">
            <a:solidFill>
              <a:srgbClr val="3A2D3D"/>
            </a:solidFill>
            <a:prstDash val="solid"/>
          </a:ln>
        </p:spPr>
        <p:txBody>
          <a:bodyPr/>
          <a:lstStyle/>
          <a:p>
            <a:endParaRPr lang="en-NL"/>
          </a:p>
        </p:txBody>
      </p:sp>
      <p:sp>
        <p:nvSpPr>
          <p:cNvPr id="9" name="a04z_141"/>
          <p:cNvSpPr txBox="1"/>
          <p:nvPr/>
        </p:nvSpPr>
        <p:spPr>
          <a:xfrm>
            <a:off x="4841138" y="2057400"/>
            <a:ext cx="2509418" cy="41148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api.php</a:t>
            </a:r>
            <a:endParaRPr lang="en-US" sz="2000" dirty="0"/>
          </a:p>
        </p:txBody>
      </p:sp>
      <p:sp>
        <p:nvSpPr>
          <p:cNvPr id="10" name="a04z_142"/>
          <p:cNvSpPr txBox="1"/>
          <p:nvPr/>
        </p:nvSpPr>
        <p:spPr>
          <a:xfrm>
            <a:off x="4841138" y="2514600"/>
            <a:ext cx="2509418" cy="411480"/>
          </a:xfrm>
          <a:prstGeom prst="rect">
            <a:avLst/>
          </a:prstGeom>
          <a:noFill/>
          <a:ln/>
        </p:spPr>
        <p:txBody>
          <a:bodyPr wrap="square" lIns="0" tIns="0" rIns="0" bIns="0" rtlCol="0" anchor="ctr"/>
          <a:lstStyle/>
          <a:p>
            <a:pPr marL="0" indent="0">
              <a:buNone/>
            </a:pPr>
            <a:r>
              <a:rPr lang="en-US" sz="1500" dirty="0">
                <a:solidFill>
                  <a:srgbClr val="F1DCE7"/>
                </a:solidFill>
                <a:latin typeface="Calibri" pitchFamily="34" charset="0"/>
                <a:ea typeface="Calibri" pitchFamily="34" charset="-122"/>
                <a:cs typeface="Calibri" pitchFamily="34" charset="-120"/>
              </a:rPr>
              <a:t>Onze code haalt de films op</a:t>
            </a:r>
            <a:endParaRPr lang="en-US" sz="1500" dirty="0"/>
          </a:p>
        </p:txBody>
      </p:sp>
      <p:pic>
        <p:nvPicPr>
          <p:cNvPr id="11" name="a05l_143" descr="preencoded.png"/>
          <p:cNvPicPr>
            <a:picLocks noChangeAspect="1"/>
          </p:cNvPicPr>
          <p:nvPr/>
        </p:nvPicPr>
        <p:blipFill>
          <a:blip r:embed="rId3"/>
          <a:stretch>
            <a:fillRect/>
          </a:stretch>
        </p:blipFill>
        <p:spPr>
          <a:xfrm>
            <a:off x="7826045" y="2286000"/>
            <a:ext cx="420624" cy="420624"/>
          </a:xfrm>
          <a:prstGeom prst="rect">
            <a:avLst/>
          </a:prstGeom>
        </p:spPr>
      </p:pic>
      <p:sp>
        <p:nvSpPr>
          <p:cNvPr id="12" name="a06z_144"/>
          <p:cNvSpPr/>
          <p:nvPr/>
        </p:nvSpPr>
        <p:spPr>
          <a:xfrm>
            <a:off x="8447837" y="1874520"/>
            <a:ext cx="3058058" cy="1234440"/>
          </a:xfrm>
          <a:prstGeom prst="roundRect">
            <a:avLst>
              <a:gd name="adj" fmla="val 8889"/>
            </a:avLst>
          </a:prstGeom>
          <a:solidFill>
            <a:srgbClr val="231B27"/>
          </a:solidFill>
          <a:ln w="12700">
            <a:solidFill>
              <a:srgbClr val="3A2D3D"/>
            </a:solidFill>
            <a:prstDash val="solid"/>
          </a:ln>
        </p:spPr>
        <p:txBody>
          <a:bodyPr/>
          <a:lstStyle/>
          <a:p>
            <a:endParaRPr lang="en-NL"/>
          </a:p>
        </p:txBody>
      </p:sp>
      <p:sp>
        <p:nvSpPr>
          <p:cNvPr id="13" name="a06z_145"/>
          <p:cNvSpPr txBox="1"/>
          <p:nvPr/>
        </p:nvSpPr>
        <p:spPr>
          <a:xfrm>
            <a:off x="8722157" y="2057400"/>
            <a:ext cx="2509418" cy="41148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Onze pagina's</a:t>
            </a:r>
            <a:endParaRPr lang="en-US" sz="2000" dirty="0"/>
          </a:p>
        </p:txBody>
      </p:sp>
      <p:sp>
        <p:nvSpPr>
          <p:cNvPr id="14" name="a06z_146"/>
          <p:cNvSpPr txBox="1"/>
          <p:nvPr/>
        </p:nvSpPr>
        <p:spPr>
          <a:xfrm>
            <a:off x="8722157" y="2514600"/>
            <a:ext cx="2509418" cy="411480"/>
          </a:xfrm>
          <a:prstGeom prst="rect">
            <a:avLst/>
          </a:prstGeom>
          <a:noFill/>
          <a:ln/>
        </p:spPr>
        <p:txBody>
          <a:bodyPr wrap="square" lIns="0" tIns="0" rIns="0" bIns="0" rtlCol="0" anchor="ctr"/>
          <a:lstStyle/>
          <a:p>
            <a:pPr marL="0" indent="0">
              <a:buNone/>
            </a:pPr>
            <a:r>
              <a:rPr lang="en-US" sz="1500" dirty="0">
                <a:solidFill>
                  <a:srgbClr val="BBA9B6"/>
                </a:solidFill>
                <a:latin typeface="Calibri" pitchFamily="34" charset="0"/>
                <a:ea typeface="Calibri" pitchFamily="34" charset="-122"/>
                <a:cs typeface="Calibri" pitchFamily="34" charset="-120"/>
              </a:rPr>
              <a:t>Home, agenda en detail</a:t>
            </a:r>
            <a:endParaRPr lang="en-US" sz="1500" dirty="0"/>
          </a:p>
        </p:txBody>
      </p:sp>
      <p:sp>
        <p:nvSpPr>
          <p:cNvPr id="15" name="a07u_147"/>
          <p:cNvSpPr/>
          <p:nvPr/>
        </p:nvSpPr>
        <p:spPr>
          <a:xfrm>
            <a:off x="685800" y="3520440"/>
            <a:ext cx="5852160" cy="2194560"/>
          </a:xfrm>
          <a:prstGeom prst="roundRect">
            <a:avLst>
              <a:gd name="adj" fmla="val 5000"/>
            </a:avLst>
          </a:prstGeom>
          <a:solidFill>
            <a:srgbClr val="1B1520"/>
          </a:solidFill>
          <a:ln w="12700">
            <a:solidFill>
              <a:srgbClr val="3A2D3D"/>
            </a:solidFill>
            <a:prstDash val="solid"/>
          </a:ln>
        </p:spPr>
        <p:txBody>
          <a:bodyPr/>
          <a:lstStyle/>
          <a:p>
            <a:endParaRPr lang="en-NL"/>
          </a:p>
        </p:txBody>
      </p:sp>
      <p:pic>
        <p:nvPicPr>
          <p:cNvPr id="16" name="a07u_148" descr="preencoded.png"/>
          <p:cNvPicPr>
            <a:picLocks noChangeAspect="1"/>
          </p:cNvPicPr>
          <p:nvPr/>
        </p:nvPicPr>
        <p:blipFill>
          <a:blip r:embed="rId4"/>
          <a:stretch>
            <a:fillRect/>
          </a:stretch>
        </p:blipFill>
        <p:spPr>
          <a:xfrm>
            <a:off x="960120" y="3749040"/>
            <a:ext cx="384048" cy="384048"/>
          </a:xfrm>
          <a:prstGeom prst="rect">
            <a:avLst/>
          </a:prstGeom>
        </p:spPr>
      </p:pic>
      <p:sp>
        <p:nvSpPr>
          <p:cNvPr id="17" name="a07u_149"/>
          <p:cNvSpPr txBox="1"/>
          <p:nvPr/>
        </p:nvSpPr>
        <p:spPr>
          <a:xfrm>
            <a:off x="1508760" y="3749040"/>
            <a:ext cx="4754880" cy="384048"/>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Geen tijden in de API</a:t>
            </a:r>
            <a:endParaRPr lang="en-US" sz="2000" dirty="0"/>
          </a:p>
        </p:txBody>
      </p:sp>
      <p:sp>
        <p:nvSpPr>
          <p:cNvPr id="18" name="a07u_150"/>
          <p:cNvSpPr txBox="1"/>
          <p:nvPr/>
        </p:nvSpPr>
        <p:spPr>
          <a:xfrm>
            <a:off x="960120" y="4343400"/>
            <a:ext cx="5303520" cy="1188720"/>
          </a:xfrm>
          <a:prstGeom prst="rect">
            <a:avLst/>
          </a:prstGeom>
          <a:noFill/>
          <a:ln/>
        </p:spPr>
        <p:txBody>
          <a:bodyPr wrap="square" lIns="0" tIns="0" rIns="0" bIns="0" rtlCol="0" anchor="t"/>
          <a:lstStyle/>
          <a:p>
            <a:pPr marL="0" indent="0">
              <a:buNone/>
            </a:pPr>
            <a:r>
              <a:rPr lang="en-US" sz="1600" dirty="0">
                <a:solidFill>
                  <a:srgbClr val="BBA9B6"/>
                </a:solidFill>
                <a:latin typeface="Calibri" pitchFamily="34" charset="0"/>
                <a:ea typeface="Calibri" pitchFamily="34" charset="-122"/>
                <a:cs typeface="Calibri" pitchFamily="34" charset="-120"/>
              </a:rPr>
              <a:t>Onze oplossing: elke film draait 5 dagen, om 14:00, 17:30 en 20:30. Het ID bevat film + datum + tijd, bv. 5510022.</a:t>
            </a:r>
            <a:endParaRPr lang="en-US" sz="1600" dirty="0"/>
          </a:p>
        </p:txBody>
      </p:sp>
      <p:pic>
        <p:nvPicPr>
          <p:cNvPr id="19" name="a08z_151" descr="t-tijden.png"/>
          <p:cNvPicPr>
            <a:picLocks noChangeAspect="1"/>
          </p:cNvPicPr>
          <p:nvPr/>
        </p:nvPicPr>
        <p:blipFill>
          <a:blip r:embed="rId5"/>
          <a:stretch>
            <a:fillRect/>
          </a:stretch>
        </p:blipFill>
        <p:spPr>
          <a:xfrm>
            <a:off x="6858000" y="3520440"/>
            <a:ext cx="4645152" cy="2194560"/>
          </a:xfrm>
          <a:prstGeom prst="rect">
            <a:avLst/>
          </a:prstGeom>
        </p:spPr>
      </p:pic>
      <p:sp>
        <p:nvSpPr>
          <p:cNvPr id="20" name="Text 14"/>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21" name="Text 15"/>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Artem · 11/20</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additive="base">
                                        <p:cTn id="8" dur="600" fill="hold"/>
                                        <p:tgtEl>
                                          <p:spTgt spid="2"/>
                                        </p:tgtEl>
                                        <p:attrNameLst>
                                          <p:attrName>ppt_x</p:attrName>
                                        </p:attrNameLst>
                                      </p:cBhvr>
                                      <p:tavLst>
                                        <p:tav tm="0">
                                          <p:val>
                                            <p:strVal val="#ppt_x"/>
                                          </p:val>
                                        </p:tav>
                                        <p:tav tm="100000">
                                          <p:val>
                                            <p:strVal val="#ppt_x"/>
                                          </p:val>
                                        </p:tav>
                                      </p:tavLst>
                                    </p:anim>
                                    <p:anim calcmode="lin" valueType="num">
                                      <p:cBhvr additive="base">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850"/>
                            </p:stCondLst>
                            <p:childTnLst>
                              <p:par>
                                <p:cTn id="16" presetID="53" presetClass="entr" presetSubtype="16"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700" fill="hold"/>
                                        <p:tgtEl>
                                          <p:spTgt spid="4"/>
                                        </p:tgtEl>
                                        <p:attrNameLst>
                                          <p:attrName>ppt_w</p:attrName>
                                        </p:attrNameLst>
                                      </p:cBhvr>
                                      <p:tavLst>
                                        <p:tav tm="0">
                                          <p:val>
                                            <p:strVal val="0"/>
                                          </p:val>
                                        </p:tav>
                                        <p:tav tm="100000">
                                          <p:val>
                                            <p:strVal val="#ppt_w"/>
                                          </p:val>
                                        </p:tav>
                                      </p:tavLst>
                                    </p:anim>
                                    <p:anim calcmode="lin" valueType="num">
                                      <p:cBhvr additive="base">
                                        <p:cTn id="19" dur="700" fill="hold"/>
                                        <p:tgtEl>
                                          <p:spTgt spid="4"/>
                                        </p:tgtEl>
                                        <p:attrNameLst>
                                          <p:attrName>ppt_h</p:attrName>
                                        </p:attrNameLst>
                                      </p:cBhvr>
                                      <p:tavLst>
                                        <p:tav tm="0">
                                          <p:val>
                                            <p:strVal val="0"/>
                                          </p:val>
                                        </p:tav>
                                        <p:tav tm="100000">
                                          <p:val>
                                            <p:strVal val="#ppt_h"/>
                                          </p:val>
                                        </p:tav>
                                      </p:tavLst>
                                    </p:anim>
                                    <p:animEffect transition="in" filter="fade">
                                      <p:cBhvr>
                                        <p:cTn id="20" dur="700"/>
                                        <p:tgtEl>
                                          <p:spTgt spid="4"/>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700" fill="hold"/>
                                        <p:tgtEl>
                                          <p:spTgt spid="5"/>
                                        </p:tgtEl>
                                        <p:attrNameLst>
                                          <p:attrName>ppt_w</p:attrName>
                                        </p:attrNameLst>
                                      </p:cBhvr>
                                      <p:tavLst>
                                        <p:tav tm="0">
                                          <p:val>
                                            <p:strVal val="0"/>
                                          </p:val>
                                        </p:tav>
                                        <p:tav tm="100000">
                                          <p:val>
                                            <p:strVal val="#ppt_w"/>
                                          </p:val>
                                        </p:tav>
                                      </p:tavLst>
                                    </p:anim>
                                    <p:anim calcmode="lin" valueType="num">
                                      <p:cBhvr additive="base">
                                        <p:cTn id="24" dur="700" fill="hold"/>
                                        <p:tgtEl>
                                          <p:spTgt spid="5"/>
                                        </p:tgtEl>
                                        <p:attrNameLst>
                                          <p:attrName>ppt_h</p:attrName>
                                        </p:attrNameLst>
                                      </p:cBhvr>
                                      <p:tavLst>
                                        <p:tav tm="0">
                                          <p:val>
                                            <p:strVal val="0"/>
                                          </p:val>
                                        </p:tav>
                                        <p:tav tm="100000">
                                          <p:val>
                                            <p:strVal val="#ppt_h"/>
                                          </p:val>
                                        </p:tav>
                                      </p:tavLst>
                                    </p:anim>
                                    <p:animEffect transition="in" filter="fade">
                                      <p:cBhvr>
                                        <p:cTn id="25" dur="700"/>
                                        <p:tgtEl>
                                          <p:spTgt spid="5"/>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700" fill="hold"/>
                                        <p:tgtEl>
                                          <p:spTgt spid="6"/>
                                        </p:tgtEl>
                                        <p:attrNameLst>
                                          <p:attrName>ppt_w</p:attrName>
                                        </p:attrNameLst>
                                      </p:cBhvr>
                                      <p:tavLst>
                                        <p:tav tm="0">
                                          <p:val>
                                            <p:strVal val="0"/>
                                          </p:val>
                                        </p:tav>
                                        <p:tav tm="100000">
                                          <p:val>
                                            <p:strVal val="#ppt_w"/>
                                          </p:val>
                                        </p:tav>
                                      </p:tavLst>
                                    </p:anim>
                                    <p:anim calcmode="lin" valueType="num">
                                      <p:cBhvr additive="base">
                                        <p:cTn id="29" dur="700" fill="hold"/>
                                        <p:tgtEl>
                                          <p:spTgt spid="6"/>
                                        </p:tgtEl>
                                        <p:attrNameLst>
                                          <p:attrName>ppt_h</p:attrName>
                                        </p:attrNameLst>
                                      </p:cBhvr>
                                      <p:tavLst>
                                        <p:tav tm="0">
                                          <p:val>
                                            <p:strVal val="0"/>
                                          </p:val>
                                        </p:tav>
                                        <p:tav tm="100000">
                                          <p:val>
                                            <p:strVal val="#ppt_h"/>
                                          </p:val>
                                        </p:tav>
                                      </p:tavLst>
                                    </p:anim>
                                    <p:animEffect transition="in" filter="fade">
                                      <p:cBhvr>
                                        <p:cTn id="30" dur="700"/>
                                        <p:tgtEl>
                                          <p:spTgt spid="6"/>
                                        </p:tgtEl>
                                      </p:cBhvr>
                                    </p:animEffect>
                                  </p:childTnLst>
                                </p:cTn>
                              </p:par>
                            </p:childTnLst>
                          </p:cTn>
                        </p:par>
                        <p:par>
                          <p:cTn id="31" fill="hold">
                            <p:stCondLst>
                              <p:cond delay="1355"/>
                            </p:stCondLst>
                            <p:childTnLst>
                              <p:par>
                                <p:cTn id="32" presetID="22" presetClass="entr" presetSubtype="8"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500"/>
                                        <p:tgtEl>
                                          <p:spTgt spid="7"/>
                                        </p:tgtEl>
                                      </p:cBhvr>
                                    </p:animEffect>
                                  </p:childTnLst>
                                </p:cTn>
                              </p:par>
                            </p:childTnLst>
                          </p:cTn>
                        </p:par>
                        <p:par>
                          <p:cTn id="35" fill="hold">
                            <p:stCondLst>
                              <p:cond delay="1750"/>
                            </p:stCondLst>
                            <p:childTnLst>
                              <p:par>
                                <p:cTn id="36" presetID="53" presetClass="entr" presetSubtype="16" fill="hold" nodeType="after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700" fill="hold"/>
                                        <p:tgtEl>
                                          <p:spTgt spid="8"/>
                                        </p:tgtEl>
                                        <p:attrNameLst>
                                          <p:attrName>ppt_w</p:attrName>
                                        </p:attrNameLst>
                                      </p:cBhvr>
                                      <p:tavLst>
                                        <p:tav tm="0">
                                          <p:val>
                                            <p:strVal val="0"/>
                                          </p:val>
                                        </p:tav>
                                        <p:tav tm="100000">
                                          <p:val>
                                            <p:strVal val="#ppt_w"/>
                                          </p:val>
                                        </p:tav>
                                      </p:tavLst>
                                    </p:anim>
                                    <p:anim calcmode="lin" valueType="num">
                                      <p:cBhvr additive="base">
                                        <p:cTn id="39" dur="700" fill="hold"/>
                                        <p:tgtEl>
                                          <p:spTgt spid="8"/>
                                        </p:tgtEl>
                                        <p:attrNameLst>
                                          <p:attrName>ppt_h</p:attrName>
                                        </p:attrNameLst>
                                      </p:cBhvr>
                                      <p:tavLst>
                                        <p:tav tm="0">
                                          <p:val>
                                            <p:strVal val="0"/>
                                          </p:val>
                                        </p:tav>
                                        <p:tav tm="100000">
                                          <p:val>
                                            <p:strVal val="#ppt_h"/>
                                          </p:val>
                                        </p:tav>
                                      </p:tavLst>
                                    </p:anim>
                                    <p:animEffect transition="in" filter="fade">
                                      <p:cBhvr>
                                        <p:cTn id="40" dur="700"/>
                                        <p:tgtEl>
                                          <p:spTgt spid="8"/>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700" fill="hold"/>
                                        <p:tgtEl>
                                          <p:spTgt spid="9"/>
                                        </p:tgtEl>
                                        <p:attrNameLst>
                                          <p:attrName>ppt_w</p:attrName>
                                        </p:attrNameLst>
                                      </p:cBhvr>
                                      <p:tavLst>
                                        <p:tav tm="0">
                                          <p:val>
                                            <p:strVal val="0"/>
                                          </p:val>
                                        </p:tav>
                                        <p:tav tm="100000">
                                          <p:val>
                                            <p:strVal val="#ppt_w"/>
                                          </p:val>
                                        </p:tav>
                                      </p:tavLst>
                                    </p:anim>
                                    <p:anim calcmode="lin" valueType="num">
                                      <p:cBhvr additive="base">
                                        <p:cTn id="44" dur="700" fill="hold"/>
                                        <p:tgtEl>
                                          <p:spTgt spid="9"/>
                                        </p:tgtEl>
                                        <p:attrNameLst>
                                          <p:attrName>ppt_h</p:attrName>
                                        </p:attrNameLst>
                                      </p:cBhvr>
                                      <p:tavLst>
                                        <p:tav tm="0">
                                          <p:val>
                                            <p:strVal val="0"/>
                                          </p:val>
                                        </p:tav>
                                        <p:tav tm="100000">
                                          <p:val>
                                            <p:strVal val="#ppt_h"/>
                                          </p:val>
                                        </p:tav>
                                      </p:tavLst>
                                    </p:anim>
                                    <p:animEffect transition="in" filter="fade">
                                      <p:cBhvr>
                                        <p:cTn id="45" dur="700"/>
                                        <p:tgtEl>
                                          <p:spTgt spid="9"/>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 calcmode="lin" valueType="num">
                                      <p:cBhvr additive="base">
                                        <p:cTn id="48" dur="700" fill="hold"/>
                                        <p:tgtEl>
                                          <p:spTgt spid="10"/>
                                        </p:tgtEl>
                                        <p:attrNameLst>
                                          <p:attrName>ppt_w</p:attrName>
                                        </p:attrNameLst>
                                      </p:cBhvr>
                                      <p:tavLst>
                                        <p:tav tm="0">
                                          <p:val>
                                            <p:strVal val="0"/>
                                          </p:val>
                                        </p:tav>
                                        <p:tav tm="100000">
                                          <p:val>
                                            <p:strVal val="#ppt_w"/>
                                          </p:val>
                                        </p:tav>
                                      </p:tavLst>
                                    </p:anim>
                                    <p:anim calcmode="lin" valueType="num">
                                      <p:cBhvr additive="base">
                                        <p:cTn id="49" dur="700" fill="hold"/>
                                        <p:tgtEl>
                                          <p:spTgt spid="10"/>
                                        </p:tgtEl>
                                        <p:attrNameLst>
                                          <p:attrName>ppt_h</p:attrName>
                                        </p:attrNameLst>
                                      </p:cBhvr>
                                      <p:tavLst>
                                        <p:tav tm="0">
                                          <p:val>
                                            <p:strVal val="0"/>
                                          </p:val>
                                        </p:tav>
                                        <p:tav tm="100000">
                                          <p:val>
                                            <p:strVal val="#ppt_h"/>
                                          </p:val>
                                        </p:tav>
                                      </p:tavLst>
                                    </p:anim>
                                    <p:animEffect transition="in" filter="fade">
                                      <p:cBhvr>
                                        <p:cTn id="50" dur="700"/>
                                        <p:tgtEl>
                                          <p:spTgt spid="10"/>
                                        </p:tgtEl>
                                      </p:cBhvr>
                                    </p:animEffect>
                                  </p:childTnLst>
                                </p:cTn>
                              </p:par>
                            </p:childTnLst>
                          </p:cTn>
                        </p:par>
                        <p:par>
                          <p:cTn id="51" fill="hold">
                            <p:stCondLst>
                              <p:cond delay="2255"/>
                            </p:stCondLst>
                            <p:childTnLst>
                              <p:par>
                                <p:cTn id="52" presetID="22" presetClass="entr" presetSubtype="8" fill="hold" nodeType="after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ipe(left)">
                                      <p:cBhvr>
                                        <p:cTn id="54" dur="500"/>
                                        <p:tgtEl>
                                          <p:spTgt spid="11"/>
                                        </p:tgtEl>
                                      </p:cBhvr>
                                    </p:animEffect>
                                  </p:childTnLst>
                                </p:cTn>
                              </p:par>
                            </p:childTnLst>
                          </p:cTn>
                        </p:par>
                        <p:par>
                          <p:cTn id="55" fill="hold">
                            <p:stCondLst>
                              <p:cond delay="2650"/>
                            </p:stCondLst>
                            <p:childTnLst>
                              <p:par>
                                <p:cTn id="56" presetID="53" presetClass="entr" presetSubtype="16" fill="hold" nodeType="afterEffect">
                                  <p:stCondLst>
                                    <p:cond delay="0"/>
                                  </p:stCondLst>
                                  <p:childTnLst>
                                    <p:set>
                                      <p:cBhvr>
                                        <p:cTn id="57" dur="1" fill="hold">
                                          <p:stCondLst>
                                            <p:cond delay="0"/>
                                          </p:stCondLst>
                                        </p:cTn>
                                        <p:tgtEl>
                                          <p:spTgt spid="12"/>
                                        </p:tgtEl>
                                        <p:attrNameLst>
                                          <p:attrName>style.visibility</p:attrName>
                                        </p:attrNameLst>
                                      </p:cBhvr>
                                      <p:to>
                                        <p:strVal val="visible"/>
                                      </p:to>
                                    </p:set>
                                    <p:anim calcmode="lin" valueType="num">
                                      <p:cBhvr additive="base">
                                        <p:cTn id="58" dur="700" fill="hold"/>
                                        <p:tgtEl>
                                          <p:spTgt spid="12"/>
                                        </p:tgtEl>
                                        <p:attrNameLst>
                                          <p:attrName>ppt_w</p:attrName>
                                        </p:attrNameLst>
                                      </p:cBhvr>
                                      <p:tavLst>
                                        <p:tav tm="0">
                                          <p:val>
                                            <p:strVal val="0"/>
                                          </p:val>
                                        </p:tav>
                                        <p:tav tm="100000">
                                          <p:val>
                                            <p:strVal val="#ppt_w"/>
                                          </p:val>
                                        </p:tav>
                                      </p:tavLst>
                                    </p:anim>
                                    <p:anim calcmode="lin" valueType="num">
                                      <p:cBhvr additive="base">
                                        <p:cTn id="59" dur="700" fill="hold"/>
                                        <p:tgtEl>
                                          <p:spTgt spid="12"/>
                                        </p:tgtEl>
                                        <p:attrNameLst>
                                          <p:attrName>ppt_h</p:attrName>
                                        </p:attrNameLst>
                                      </p:cBhvr>
                                      <p:tavLst>
                                        <p:tav tm="0">
                                          <p:val>
                                            <p:strVal val="0"/>
                                          </p:val>
                                        </p:tav>
                                        <p:tav tm="100000">
                                          <p:val>
                                            <p:strVal val="#ppt_h"/>
                                          </p:val>
                                        </p:tav>
                                      </p:tavLst>
                                    </p:anim>
                                    <p:animEffect transition="in" filter="fade">
                                      <p:cBhvr>
                                        <p:cTn id="60" dur="700"/>
                                        <p:tgtEl>
                                          <p:spTgt spid="12"/>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3"/>
                                        </p:tgtEl>
                                        <p:attrNameLst>
                                          <p:attrName>style.visibility</p:attrName>
                                        </p:attrNameLst>
                                      </p:cBhvr>
                                      <p:to>
                                        <p:strVal val="visible"/>
                                      </p:to>
                                    </p:set>
                                    <p:anim calcmode="lin" valueType="num">
                                      <p:cBhvr additive="base">
                                        <p:cTn id="63" dur="700" fill="hold"/>
                                        <p:tgtEl>
                                          <p:spTgt spid="13"/>
                                        </p:tgtEl>
                                        <p:attrNameLst>
                                          <p:attrName>ppt_w</p:attrName>
                                        </p:attrNameLst>
                                      </p:cBhvr>
                                      <p:tavLst>
                                        <p:tav tm="0">
                                          <p:val>
                                            <p:strVal val="0"/>
                                          </p:val>
                                        </p:tav>
                                        <p:tav tm="100000">
                                          <p:val>
                                            <p:strVal val="#ppt_w"/>
                                          </p:val>
                                        </p:tav>
                                      </p:tavLst>
                                    </p:anim>
                                    <p:anim calcmode="lin" valueType="num">
                                      <p:cBhvr additive="base">
                                        <p:cTn id="64" dur="700" fill="hold"/>
                                        <p:tgtEl>
                                          <p:spTgt spid="13"/>
                                        </p:tgtEl>
                                        <p:attrNameLst>
                                          <p:attrName>ppt_h</p:attrName>
                                        </p:attrNameLst>
                                      </p:cBhvr>
                                      <p:tavLst>
                                        <p:tav tm="0">
                                          <p:val>
                                            <p:strVal val="0"/>
                                          </p:val>
                                        </p:tav>
                                        <p:tav tm="100000">
                                          <p:val>
                                            <p:strVal val="#ppt_h"/>
                                          </p:val>
                                        </p:tav>
                                      </p:tavLst>
                                    </p:anim>
                                    <p:animEffect transition="in" filter="fade">
                                      <p:cBhvr>
                                        <p:cTn id="65" dur="700"/>
                                        <p:tgtEl>
                                          <p:spTgt spid="13"/>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14"/>
                                        </p:tgtEl>
                                        <p:attrNameLst>
                                          <p:attrName>style.visibility</p:attrName>
                                        </p:attrNameLst>
                                      </p:cBhvr>
                                      <p:to>
                                        <p:strVal val="visible"/>
                                      </p:to>
                                    </p:set>
                                    <p:anim calcmode="lin" valueType="num">
                                      <p:cBhvr additive="base">
                                        <p:cTn id="68" dur="700" fill="hold"/>
                                        <p:tgtEl>
                                          <p:spTgt spid="14"/>
                                        </p:tgtEl>
                                        <p:attrNameLst>
                                          <p:attrName>ppt_w</p:attrName>
                                        </p:attrNameLst>
                                      </p:cBhvr>
                                      <p:tavLst>
                                        <p:tav tm="0">
                                          <p:val>
                                            <p:strVal val="0"/>
                                          </p:val>
                                        </p:tav>
                                        <p:tav tm="100000">
                                          <p:val>
                                            <p:strVal val="#ppt_w"/>
                                          </p:val>
                                        </p:tav>
                                      </p:tavLst>
                                    </p:anim>
                                    <p:anim calcmode="lin" valueType="num">
                                      <p:cBhvr additive="base">
                                        <p:cTn id="69" dur="700" fill="hold"/>
                                        <p:tgtEl>
                                          <p:spTgt spid="14"/>
                                        </p:tgtEl>
                                        <p:attrNameLst>
                                          <p:attrName>ppt_h</p:attrName>
                                        </p:attrNameLst>
                                      </p:cBhvr>
                                      <p:tavLst>
                                        <p:tav tm="0">
                                          <p:val>
                                            <p:strVal val="0"/>
                                          </p:val>
                                        </p:tav>
                                        <p:tav tm="100000">
                                          <p:val>
                                            <p:strVal val="#ppt_h"/>
                                          </p:val>
                                        </p:tav>
                                      </p:tavLst>
                                    </p:anim>
                                    <p:animEffect transition="in" filter="fade">
                                      <p:cBhvr>
                                        <p:cTn id="70" dur="700"/>
                                        <p:tgtEl>
                                          <p:spTgt spid="14"/>
                                        </p:tgtEl>
                                      </p:cBhvr>
                                    </p:animEffect>
                                  </p:childTnLst>
                                </p:cTn>
                              </p:par>
                            </p:childTnLst>
                          </p:cTn>
                        </p:par>
                        <p:par>
                          <p:cTn id="71" fill="hold">
                            <p:stCondLst>
                              <p:cond delay="3155"/>
                            </p:stCondLst>
                            <p:childTnLst>
                              <p:par>
                                <p:cTn id="72" presetID="42" presetClass="entr" presetSubtype="0" fill="hold" nodeType="after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600"/>
                                        <p:tgtEl>
                                          <p:spTgt spid="15"/>
                                        </p:tgtEl>
                                      </p:cBhvr>
                                    </p:animEffect>
                                    <p:anim calcmode="lin" valueType="num">
                                      <p:cBhvr additive="base">
                                        <p:cTn id="75" dur="600" fill="hold"/>
                                        <p:tgtEl>
                                          <p:spTgt spid="15"/>
                                        </p:tgtEl>
                                        <p:attrNameLst>
                                          <p:attrName>ppt_x</p:attrName>
                                        </p:attrNameLst>
                                      </p:cBhvr>
                                      <p:tavLst>
                                        <p:tav tm="0">
                                          <p:val>
                                            <p:strVal val="#ppt_x"/>
                                          </p:val>
                                        </p:tav>
                                        <p:tav tm="100000">
                                          <p:val>
                                            <p:strVal val="#ppt_x"/>
                                          </p:val>
                                        </p:tav>
                                      </p:tavLst>
                                    </p:anim>
                                    <p:anim calcmode="lin" valueType="num">
                                      <p:cBhvr additive="base">
                                        <p:cTn id="76" dur="600" fill="hold"/>
                                        <p:tgtEl>
                                          <p:spTgt spid="15"/>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600"/>
                                        <p:tgtEl>
                                          <p:spTgt spid="16"/>
                                        </p:tgtEl>
                                      </p:cBhvr>
                                    </p:animEffect>
                                    <p:anim calcmode="lin" valueType="num">
                                      <p:cBhvr additive="base">
                                        <p:cTn id="80" dur="600" fill="hold"/>
                                        <p:tgtEl>
                                          <p:spTgt spid="16"/>
                                        </p:tgtEl>
                                        <p:attrNameLst>
                                          <p:attrName>ppt_x</p:attrName>
                                        </p:attrNameLst>
                                      </p:cBhvr>
                                      <p:tavLst>
                                        <p:tav tm="0">
                                          <p:val>
                                            <p:strVal val="#ppt_x"/>
                                          </p:val>
                                        </p:tav>
                                        <p:tav tm="100000">
                                          <p:val>
                                            <p:strVal val="#ppt_x"/>
                                          </p:val>
                                        </p:tav>
                                      </p:tavLst>
                                    </p:anim>
                                    <p:anim calcmode="lin" valueType="num">
                                      <p:cBhvr additive="base">
                                        <p:cTn id="81" dur="600" fill="hold"/>
                                        <p:tgtEl>
                                          <p:spTgt spid="16"/>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600"/>
                                        <p:tgtEl>
                                          <p:spTgt spid="17"/>
                                        </p:tgtEl>
                                      </p:cBhvr>
                                    </p:animEffect>
                                    <p:anim calcmode="lin" valueType="num">
                                      <p:cBhvr additive="base">
                                        <p:cTn id="85" dur="600" fill="hold"/>
                                        <p:tgtEl>
                                          <p:spTgt spid="17"/>
                                        </p:tgtEl>
                                        <p:attrNameLst>
                                          <p:attrName>ppt_x</p:attrName>
                                        </p:attrNameLst>
                                      </p:cBhvr>
                                      <p:tavLst>
                                        <p:tav tm="0">
                                          <p:val>
                                            <p:strVal val="#ppt_x"/>
                                          </p:val>
                                        </p:tav>
                                        <p:tav tm="100000">
                                          <p:val>
                                            <p:strVal val="#ppt_x"/>
                                          </p:val>
                                        </p:tav>
                                      </p:tavLst>
                                    </p:anim>
                                    <p:anim calcmode="lin" valueType="num">
                                      <p:cBhvr additive="base">
                                        <p:cTn id="86" dur="600" fill="hold"/>
                                        <p:tgtEl>
                                          <p:spTgt spid="17"/>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fade">
                                      <p:cBhvr>
                                        <p:cTn id="89" dur="600"/>
                                        <p:tgtEl>
                                          <p:spTgt spid="18"/>
                                        </p:tgtEl>
                                      </p:cBhvr>
                                    </p:animEffect>
                                    <p:anim calcmode="lin" valueType="num">
                                      <p:cBhvr additive="base">
                                        <p:cTn id="90" dur="600" fill="hold"/>
                                        <p:tgtEl>
                                          <p:spTgt spid="18"/>
                                        </p:tgtEl>
                                        <p:attrNameLst>
                                          <p:attrName>ppt_x</p:attrName>
                                        </p:attrNameLst>
                                      </p:cBhvr>
                                      <p:tavLst>
                                        <p:tav tm="0">
                                          <p:val>
                                            <p:strVal val="#ppt_x"/>
                                          </p:val>
                                        </p:tav>
                                        <p:tav tm="100000">
                                          <p:val>
                                            <p:strVal val="#ppt_x"/>
                                          </p:val>
                                        </p:tav>
                                      </p:tavLst>
                                    </p:anim>
                                    <p:anim calcmode="lin" valueType="num">
                                      <p:cBhvr additive="base">
                                        <p:cTn id="91" dur="600" fill="hold"/>
                                        <p:tgtEl>
                                          <p:spTgt spid="18"/>
                                        </p:tgtEl>
                                        <p:attrNameLst>
                                          <p:attrName>ppt_y</p:attrName>
                                        </p:attrNameLst>
                                      </p:cBhvr>
                                      <p:tavLst>
                                        <p:tav tm="0">
                                          <p:val>
                                            <p:strVal val="#ppt_y+.1"/>
                                          </p:val>
                                        </p:tav>
                                        <p:tav tm="100000">
                                          <p:val>
                                            <p:strVal val="#ppt_y"/>
                                          </p:val>
                                        </p:tav>
                                      </p:tavLst>
                                    </p:anim>
                                  </p:childTnLst>
                                </p:cTn>
                              </p:par>
                            </p:childTnLst>
                          </p:cTn>
                        </p:par>
                        <p:par>
                          <p:cTn id="92" fill="hold">
                            <p:stCondLst>
                              <p:cond delay="3605"/>
                            </p:stCondLst>
                            <p:childTnLst>
                              <p:par>
                                <p:cTn id="93" presetID="53" presetClass="entr" presetSubtype="16" fill="hold" nodeType="afterEffect">
                                  <p:stCondLst>
                                    <p:cond delay="0"/>
                                  </p:stCondLst>
                                  <p:childTnLst>
                                    <p:set>
                                      <p:cBhvr>
                                        <p:cTn id="94" dur="1" fill="hold">
                                          <p:stCondLst>
                                            <p:cond delay="0"/>
                                          </p:stCondLst>
                                        </p:cTn>
                                        <p:tgtEl>
                                          <p:spTgt spid="19"/>
                                        </p:tgtEl>
                                        <p:attrNameLst>
                                          <p:attrName>style.visibility</p:attrName>
                                        </p:attrNameLst>
                                      </p:cBhvr>
                                      <p:to>
                                        <p:strVal val="visible"/>
                                      </p:to>
                                    </p:set>
                                    <p:anim calcmode="lin" valueType="num">
                                      <p:cBhvr additive="base">
                                        <p:cTn id="95" dur="700" fill="hold"/>
                                        <p:tgtEl>
                                          <p:spTgt spid="19"/>
                                        </p:tgtEl>
                                        <p:attrNameLst>
                                          <p:attrName>ppt_w</p:attrName>
                                        </p:attrNameLst>
                                      </p:cBhvr>
                                      <p:tavLst>
                                        <p:tav tm="0">
                                          <p:val>
                                            <p:strVal val="0"/>
                                          </p:val>
                                        </p:tav>
                                        <p:tav tm="100000">
                                          <p:val>
                                            <p:strVal val="#ppt_w"/>
                                          </p:val>
                                        </p:tav>
                                      </p:tavLst>
                                    </p:anim>
                                    <p:anim calcmode="lin" valueType="num">
                                      <p:cBhvr additive="base">
                                        <p:cTn id="96" dur="700" fill="hold"/>
                                        <p:tgtEl>
                                          <p:spTgt spid="19"/>
                                        </p:tgtEl>
                                        <p:attrNameLst>
                                          <p:attrName>ppt_h</p:attrName>
                                        </p:attrNameLst>
                                      </p:cBhvr>
                                      <p:tavLst>
                                        <p:tav tm="0">
                                          <p:val>
                                            <p:strVal val="0"/>
                                          </p:val>
                                        </p:tav>
                                        <p:tav tm="100000">
                                          <p:val>
                                            <p:strVal val="#ppt_h"/>
                                          </p:val>
                                        </p:tav>
                                      </p:tavLst>
                                    </p:anim>
                                    <p:animEffect transition="in" filter="fade">
                                      <p:cBhvr>
                                        <p:cTn id="97" dur="7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9" grpId="0" animBg="1"/>
      <p:bldP spid="10" grpId="0" animBg="1"/>
      <p:bldP spid="13" grpId="0" animBg="1"/>
      <p:bldP spid="14" grpId="0" animBg="1"/>
      <p:bldP spid="17"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520"/>
        </a:solidFill>
        <a:effectLst/>
      </p:bgPr>
    </p:bg>
    <p:spTree>
      <p:nvGrpSpPr>
        <p:cNvPr id="1" name=""/>
        <p:cNvGrpSpPr/>
        <p:nvPr/>
      </p:nvGrpSpPr>
      <p:grpSpPr>
        <a:xfrm>
          <a:off x="0" y="0"/>
          <a:ext cx="0" cy="0"/>
          <a:chOff x="0" y="0"/>
          <a:chExt cx="0" cy="0"/>
        </a:xfrm>
      </p:grpSpPr>
      <p:sp>
        <p:nvSpPr>
          <p:cNvPr id="2" name="a01u_152"/>
          <p:cNvSpPr txBox="1"/>
          <p:nvPr/>
        </p:nvSpPr>
        <p:spPr>
          <a:xfrm>
            <a:off x="685800" y="457200"/>
            <a:ext cx="10820095" cy="292608"/>
          </a:xfrm>
          <a:prstGeom prst="rect">
            <a:avLst/>
          </a:prstGeom>
          <a:noFill/>
          <a:ln/>
        </p:spPr>
        <p:txBody>
          <a:bodyPr wrap="square" lIns="0" tIns="0" rIns="0" bIns="0" rtlCol="0" anchor="ctr"/>
          <a:lstStyle/>
          <a:p>
            <a:pPr marL="0" indent="0">
              <a:buNone/>
            </a:pPr>
            <a:r>
              <a:rPr lang="en-US" sz="1300" b="1" kern="0" spc="300" dirty="0">
                <a:solidFill>
                  <a:srgbClr val="E59BC3"/>
                </a:solidFill>
                <a:latin typeface="Calibri" pitchFamily="34" charset="0"/>
                <a:ea typeface="Calibri" pitchFamily="34" charset="-122"/>
                <a:cs typeface="Calibri" pitchFamily="34" charset="-120"/>
              </a:rPr>
              <a:t>API DEBUG</a:t>
            </a:r>
            <a:endParaRPr lang="en-US" sz="1300" dirty="0"/>
          </a:p>
        </p:txBody>
      </p:sp>
      <p:sp>
        <p:nvSpPr>
          <p:cNvPr id="3" name="a01u_153"/>
          <p:cNvSpPr txBox="1"/>
          <p:nvPr/>
        </p:nvSpPr>
        <p:spPr>
          <a:xfrm>
            <a:off x="685800" y="749808"/>
            <a:ext cx="10820095" cy="731520"/>
          </a:xfrm>
          <a:prstGeom prst="rect">
            <a:avLst/>
          </a:prstGeom>
          <a:noFill/>
          <a:ln/>
        </p:spPr>
        <p:txBody>
          <a:bodyPr wrap="square" lIns="0" tIns="0" rIns="0" bIns="0" rtlCol="0" anchor="t"/>
          <a:lstStyle/>
          <a:p>
            <a:pPr marL="0" indent="0">
              <a:buNone/>
            </a:pPr>
            <a:r>
              <a:rPr lang="en-US" sz="4000" b="1" dirty="0">
                <a:solidFill>
                  <a:srgbClr val="F4EEF2"/>
                </a:solidFill>
                <a:latin typeface="Bahnschrift SemiCondensed" pitchFamily="34" charset="0"/>
                <a:ea typeface="Bahnschrift SemiCondensed" pitchFamily="34" charset="-122"/>
                <a:cs typeface="Bahnschrift SemiCondensed" pitchFamily="34" charset="-120"/>
              </a:rPr>
              <a:t>ZO TESTEN WE DE API</a:t>
            </a:r>
            <a:endParaRPr lang="en-US" sz="4000" dirty="0"/>
          </a:p>
        </p:txBody>
      </p:sp>
      <p:pic>
        <p:nvPicPr>
          <p:cNvPr id="4" name="a02z_154" descr="f-api.png"/>
          <p:cNvPicPr>
            <a:picLocks noChangeAspect="1"/>
          </p:cNvPicPr>
          <p:nvPr/>
        </p:nvPicPr>
        <p:blipFill>
          <a:blip r:embed="rId3"/>
          <a:stretch>
            <a:fillRect/>
          </a:stretch>
        </p:blipFill>
        <p:spPr>
          <a:xfrm>
            <a:off x="685800" y="1783080"/>
            <a:ext cx="6949440" cy="3985860"/>
          </a:xfrm>
          <a:prstGeom prst="rect">
            <a:avLst/>
          </a:prstGeom>
        </p:spPr>
      </p:pic>
      <p:sp>
        <p:nvSpPr>
          <p:cNvPr id="5" name="a03u_155"/>
          <p:cNvSpPr txBox="1"/>
          <p:nvPr/>
        </p:nvSpPr>
        <p:spPr>
          <a:xfrm>
            <a:off x="8001000" y="1920240"/>
            <a:ext cx="3474720" cy="36576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BBA9B6"/>
                </a:solidFill>
                <a:latin typeface="Calibri" pitchFamily="34" charset="0"/>
                <a:ea typeface="Calibri" pitchFamily="34" charset="-122"/>
                <a:cs typeface="Calibri" pitchFamily="34" charset="-120"/>
              </a:rPr>
              <a:t>Alleen voor de admin.</a:t>
            </a:r>
            <a:endParaRPr lang="en-US" sz="1700" dirty="0"/>
          </a:p>
          <a:p>
            <a:pPr marL="342900" indent="-342900">
              <a:spcAft>
                <a:spcPts val="800"/>
              </a:spcAft>
              <a:buSzPct val="100000"/>
              <a:buChar char="▸"/>
            </a:pPr>
            <a:r>
              <a:rPr lang="en-US" sz="1700" dirty="0">
                <a:solidFill>
                  <a:srgbClr val="BBA9B6"/>
                </a:solidFill>
                <a:latin typeface="Calibri" pitchFamily="34" charset="0"/>
                <a:ea typeface="Calibri" pitchFamily="34" charset="-122"/>
                <a:cs typeface="Calibri" pitchFamily="34" charset="-120"/>
              </a:rPr>
              <a:t>Typ een pad, bv. /movies.</a:t>
            </a:r>
            <a:endParaRPr lang="en-US" sz="1700" dirty="0"/>
          </a:p>
          <a:p>
            <a:pPr marL="342900" indent="-342900">
              <a:spcAft>
                <a:spcPts val="800"/>
              </a:spcAft>
              <a:buSzPct val="100000"/>
              <a:buChar char="▸"/>
            </a:pPr>
            <a:r>
              <a:rPr lang="en-US" sz="1700" dirty="0">
                <a:solidFill>
                  <a:srgbClr val="BBA9B6"/>
                </a:solidFill>
                <a:latin typeface="Calibri" pitchFamily="34" charset="0"/>
                <a:ea typeface="Calibri" pitchFamily="34" charset="-122"/>
                <a:cs typeface="Calibri" pitchFamily="34" charset="-120"/>
              </a:rPr>
              <a:t>Je ziet het echte antwoord: status 200 en de JSON.</a:t>
            </a:r>
            <a:endParaRPr lang="en-US" sz="1700" dirty="0"/>
          </a:p>
          <a:p>
            <a:pPr marL="342900" indent="-342900">
              <a:spcAft>
                <a:spcPts val="800"/>
              </a:spcAft>
              <a:buSzPct val="100000"/>
              <a:buChar char="▸"/>
            </a:pPr>
            <a:r>
              <a:rPr lang="en-US" sz="1700" dirty="0">
                <a:solidFill>
                  <a:srgbClr val="BBA9B6"/>
                </a:solidFill>
                <a:latin typeface="Calibri" pitchFamily="34" charset="0"/>
                <a:ea typeface="Calibri" pitchFamily="34" charset="-122"/>
                <a:cs typeface="Calibri" pitchFamily="34" charset="-120"/>
              </a:rPr>
              <a:t>Het token wordt niet getoond.</a:t>
            </a:r>
            <a:endParaRPr lang="en-US" sz="1700" dirty="0"/>
          </a:p>
        </p:txBody>
      </p:sp>
      <p:sp>
        <p:nvSpPr>
          <p:cNvPr id="6" name="Text 3"/>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7" name="Text 4"/>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Artem · 12/20</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12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additive="base">
                                        <p:cTn id="8" dur="600" fill="hold"/>
                                        <p:tgtEl>
                                          <p:spTgt spid="2"/>
                                        </p:tgtEl>
                                        <p:attrNameLst>
                                          <p:attrName>ppt_x</p:attrName>
                                        </p:attrNameLst>
                                      </p:cBhvr>
                                      <p:tavLst>
                                        <p:tav tm="0">
                                          <p:val>
                                            <p:strVal val="#ppt_x"/>
                                          </p:val>
                                        </p:tav>
                                        <p:tav tm="100000">
                                          <p:val>
                                            <p:strVal val="#ppt_x"/>
                                          </p:val>
                                        </p:tav>
                                      </p:tavLst>
                                    </p:anim>
                                    <p:anim calcmode="lin" valueType="num">
                                      <p:cBhvr additive="base">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850"/>
                            </p:stCondLst>
                            <p:childTnLst>
                              <p:par>
                                <p:cTn id="16" presetID="53" presetClass="entr" presetSubtype="16"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700" fill="hold"/>
                                        <p:tgtEl>
                                          <p:spTgt spid="4"/>
                                        </p:tgtEl>
                                        <p:attrNameLst>
                                          <p:attrName>ppt_w</p:attrName>
                                        </p:attrNameLst>
                                      </p:cBhvr>
                                      <p:tavLst>
                                        <p:tav tm="0">
                                          <p:val>
                                            <p:strVal val="0"/>
                                          </p:val>
                                        </p:tav>
                                        <p:tav tm="100000">
                                          <p:val>
                                            <p:strVal val="#ppt_w"/>
                                          </p:val>
                                        </p:tav>
                                      </p:tavLst>
                                    </p:anim>
                                    <p:anim calcmode="lin" valueType="num">
                                      <p:cBhvr additive="base">
                                        <p:cTn id="19" dur="700" fill="hold"/>
                                        <p:tgtEl>
                                          <p:spTgt spid="4"/>
                                        </p:tgtEl>
                                        <p:attrNameLst>
                                          <p:attrName>ppt_h</p:attrName>
                                        </p:attrNameLst>
                                      </p:cBhvr>
                                      <p:tavLst>
                                        <p:tav tm="0">
                                          <p:val>
                                            <p:strVal val="0"/>
                                          </p:val>
                                        </p:tav>
                                        <p:tav tm="100000">
                                          <p:val>
                                            <p:strVal val="#ppt_h"/>
                                          </p:val>
                                        </p:tav>
                                      </p:tavLst>
                                    </p:anim>
                                    <p:animEffect transition="in" filter="fade">
                                      <p:cBhvr>
                                        <p:cTn id="20" dur="700"/>
                                        <p:tgtEl>
                                          <p:spTgt spid="4"/>
                                        </p:tgtEl>
                                      </p:cBhvr>
                                    </p:animEffect>
                                  </p:childTnLst>
                                </p:cTn>
                              </p:par>
                            </p:childTnLst>
                          </p:cTn>
                        </p:par>
                        <p:par>
                          <p:cTn id="21" fill="hold">
                            <p:stCondLst>
                              <p:cond delay="1355"/>
                            </p:stCondLst>
                            <p:childTnLst>
                              <p:par>
                                <p:cTn id="22" presetID="42"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ppt_x</p:attrName>
                                        </p:attrNameLst>
                                      </p:cBhvr>
                                      <p:tavLst>
                                        <p:tav tm="0">
                                          <p:val>
                                            <p:strVal val="#ppt_x"/>
                                          </p:val>
                                        </p:tav>
                                        <p:tav tm="100000">
                                          <p:val>
                                            <p:strVal val="#ppt_x"/>
                                          </p:val>
                                        </p:tav>
                                      </p:tavLst>
                                    </p:anim>
                                    <p:anim calcmode="lin" valueType="num">
                                      <p:cBhvr additive="base">
                                        <p:cTn id="26" dur="6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016"/>
        </a:solidFill>
        <a:effectLst/>
      </p:bgPr>
    </p:bg>
    <p:spTree>
      <p:nvGrpSpPr>
        <p:cNvPr id="1" name=""/>
        <p:cNvGrpSpPr/>
        <p:nvPr/>
      </p:nvGrpSpPr>
      <p:grpSpPr>
        <a:xfrm>
          <a:off x="0" y="0"/>
          <a:ext cx="0" cy="0"/>
          <a:chOff x="0" y="0"/>
          <a:chExt cx="0" cy="0"/>
        </a:xfrm>
      </p:grpSpPr>
      <p:sp>
        <p:nvSpPr>
          <p:cNvPr id="2" name="a01u_156"/>
          <p:cNvSpPr txBox="1"/>
          <p:nvPr/>
        </p:nvSpPr>
        <p:spPr>
          <a:xfrm>
            <a:off x="685800" y="457200"/>
            <a:ext cx="10820095" cy="292608"/>
          </a:xfrm>
          <a:prstGeom prst="rect">
            <a:avLst/>
          </a:prstGeom>
          <a:noFill/>
          <a:ln/>
        </p:spPr>
        <p:txBody>
          <a:bodyPr wrap="square" lIns="0" tIns="0" rIns="0" bIns="0" rtlCol="0" anchor="ctr"/>
          <a:lstStyle/>
          <a:p>
            <a:pPr marL="0" indent="0">
              <a:buNone/>
            </a:pPr>
            <a:r>
              <a:rPr lang="en-US" sz="1300" b="1" kern="0" spc="300" dirty="0">
                <a:solidFill>
                  <a:srgbClr val="E59BC3"/>
                </a:solidFill>
                <a:latin typeface="Calibri" pitchFamily="34" charset="0"/>
                <a:ea typeface="Calibri" pitchFamily="34" charset="-122"/>
                <a:cs typeface="Calibri" pitchFamily="34" charset="-120"/>
              </a:rPr>
              <a:t>DE DATABASE</a:t>
            </a:r>
            <a:endParaRPr lang="en-US" sz="1300" dirty="0"/>
          </a:p>
        </p:txBody>
      </p:sp>
      <p:sp>
        <p:nvSpPr>
          <p:cNvPr id="3" name="a01u_157"/>
          <p:cNvSpPr txBox="1"/>
          <p:nvPr/>
        </p:nvSpPr>
        <p:spPr>
          <a:xfrm>
            <a:off x="685800" y="749808"/>
            <a:ext cx="10820095" cy="731520"/>
          </a:xfrm>
          <a:prstGeom prst="rect">
            <a:avLst/>
          </a:prstGeom>
          <a:noFill/>
          <a:ln/>
        </p:spPr>
        <p:txBody>
          <a:bodyPr wrap="square" lIns="0" tIns="0" rIns="0" bIns="0" rtlCol="0" anchor="t"/>
          <a:lstStyle/>
          <a:p>
            <a:pPr lvl="1"/>
            <a:r>
              <a:rPr lang="en-US" sz="4000" b="1" dirty="0">
                <a:solidFill>
                  <a:srgbClr val="F4EEF2"/>
                </a:solidFill>
                <a:latin typeface="Bahnschrift SemiCondensed" pitchFamily="34" charset="0"/>
                <a:ea typeface="Bahnschrift SemiCondensed" pitchFamily="34" charset="-122"/>
                <a:cs typeface="Bahnschrift SemiCondensed" pitchFamily="34" charset="-120"/>
              </a:rPr>
              <a:t>VAN GROOT PLAN NAAR SIMPEL</a:t>
            </a:r>
            <a:endParaRPr lang="en-US" sz="4000" dirty="0"/>
          </a:p>
        </p:txBody>
      </p:sp>
      <p:sp>
        <p:nvSpPr>
          <p:cNvPr id="4" name="a02z_158"/>
          <p:cNvSpPr/>
          <p:nvPr/>
        </p:nvSpPr>
        <p:spPr>
          <a:xfrm>
            <a:off x="685800" y="1783080"/>
            <a:ext cx="6309360" cy="4206240"/>
          </a:xfrm>
          <a:prstGeom prst="roundRect">
            <a:avLst>
              <a:gd name="adj" fmla="val 2609"/>
            </a:avLst>
          </a:prstGeom>
          <a:solidFill>
            <a:srgbClr val="FBF7F9"/>
          </a:solidFill>
          <a:ln w="12700">
            <a:solidFill>
              <a:srgbClr val="FBF7F9"/>
            </a:solidFill>
            <a:prstDash val="solid"/>
          </a:ln>
        </p:spPr>
        <p:txBody>
          <a:bodyPr/>
          <a:lstStyle/>
          <a:p>
            <a:endParaRPr lang="en-NL"/>
          </a:p>
        </p:txBody>
      </p:sp>
      <p:pic>
        <p:nvPicPr>
          <p:cNvPr id="5" name="a02z_159" descr="preencoded.png"/>
          <p:cNvPicPr>
            <a:picLocks noChangeAspect="1"/>
          </p:cNvPicPr>
          <p:nvPr/>
        </p:nvPicPr>
        <p:blipFill>
          <a:blip r:embed="rId3"/>
          <a:stretch>
            <a:fillRect/>
          </a:stretch>
        </p:blipFill>
        <p:spPr>
          <a:xfrm>
            <a:off x="822960" y="1920240"/>
            <a:ext cx="6035040" cy="3931920"/>
          </a:xfrm>
          <a:prstGeom prst="rect">
            <a:avLst/>
          </a:prstGeom>
        </p:spPr>
      </p:pic>
      <p:sp>
        <p:nvSpPr>
          <p:cNvPr id="6" name="a03u_160"/>
          <p:cNvSpPr txBox="1"/>
          <p:nvPr/>
        </p:nvSpPr>
        <p:spPr>
          <a:xfrm>
            <a:off x="7360920" y="1874520"/>
            <a:ext cx="4114800" cy="457200"/>
          </a:xfrm>
          <a:prstGeom prst="rect">
            <a:avLst/>
          </a:prstGeom>
          <a:noFill/>
          <a:ln/>
        </p:spPr>
        <p:txBody>
          <a:bodyPr wrap="square" lIns="0" tIns="0" rIns="0" bIns="0" rtlCol="0" anchor="ctr"/>
          <a:lstStyle/>
          <a:p>
            <a:pPr marL="0" indent="0">
              <a:buNone/>
            </a:pPr>
            <a:r>
              <a:rPr lang="en-US" sz="1700" b="1" dirty="0">
                <a:solidFill>
                  <a:srgbClr val="F4EEF2"/>
                </a:solidFill>
                <a:latin typeface="Calibri" pitchFamily="34" charset="0"/>
                <a:ea typeface="Calibri" pitchFamily="34" charset="-122"/>
                <a:cs typeface="Calibri" pitchFamily="34" charset="-120"/>
              </a:rPr>
              <a:t>Eerst: </a:t>
            </a:r>
            <a:r>
              <a:rPr lang="en-US" sz="1700" dirty="0">
                <a:solidFill>
                  <a:srgbClr val="BBA9B6"/>
                </a:solidFill>
                <a:latin typeface="Calibri" pitchFamily="34" charset="0"/>
                <a:ea typeface="Calibri" pitchFamily="34" charset="-122"/>
                <a:cs typeface="Calibri" pitchFamily="34" charset="-120"/>
              </a:rPr>
              <a:t>een ERD met 7 tabellen.</a:t>
            </a:r>
            <a:endParaRPr lang="en-US" sz="1700" dirty="0"/>
          </a:p>
        </p:txBody>
      </p:sp>
      <p:sp>
        <p:nvSpPr>
          <p:cNvPr id="7" name="a04u_161"/>
          <p:cNvSpPr txBox="1"/>
          <p:nvPr/>
        </p:nvSpPr>
        <p:spPr>
          <a:xfrm>
            <a:off x="7360920" y="2468880"/>
            <a:ext cx="4114800" cy="777240"/>
          </a:xfrm>
          <a:prstGeom prst="rect">
            <a:avLst/>
          </a:prstGeom>
          <a:noFill/>
          <a:ln/>
        </p:spPr>
        <p:txBody>
          <a:bodyPr wrap="square" lIns="0" tIns="0" rIns="0" bIns="0" rtlCol="0" anchor="ctr"/>
          <a:lstStyle/>
          <a:p>
            <a:pPr marL="0" indent="0">
              <a:buNone/>
            </a:pPr>
            <a:r>
              <a:rPr lang="en-US" sz="1700" b="1" dirty="0">
                <a:solidFill>
                  <a:srgbClr val="F4EEF2"/>
                </a:solidFill>
                <a:latin typeface="Calibri" pitchFamily="34" charset="0"/>
                <a:ea typeface="Calibri" pitchFamily="34" charset="-122"/>
                <a:cs typeface="Calibri" pitchFamily="34" charset="-120"/>
              </a:rPr>
              <a:t>Nu: </a:t>
            </a:r>
            <a:r>
              <a:rPr lang="en-US" sz="1700" dirty="0">
                <a:solidFill>
                  <a:srgbClr val="BBA9B6"/>
                </a:solidFill>
                <a:latin typeface="Calibri" pitchFamily="34" charset="0"/>
                <a:ea typeface="Calibri" pitchFamily="34" charset="-122"/>
                <a:cs typeface="Calibri" pitchFamily="34" charset="-120"/>
              </a:rPr>
              <a:t>films en tijden komen uit de API. Wij bewaren alleen:</a:t>
            </a:r>
            <a:endParaRPr lang="en-US" sz="1700" dirty="0"/>
          </a:p>
        </p:txBody>
      </p:sp>
      <p:sp>
        <p:nvSpPr>
          <p:cNvPr id="8" name="a05l_162"/>
          <p:cNvSpPr/>
          <p:nvPr/>
        </p:nvSpPr>
        <p:spPr>
          <a:xfrm>
            <a:off x="7360920" y="3429000"/>
            <a:ext cx="3291840" cy="530352"/>
          </a:xfrm>
          <a:prstGeom prst="roundRect">
            <a:avLst>
              <a:gd name="adj" fmla="val 17241"/>
            </a:avLst>
          </a:prstGeom>
          <a:solidFill>
            <a:srgbClr val="231B27"/>
          </a:solidFill>
          <a:ln w="12700">
            <a:solidFill>
              <a:srgbClr val="3A2D3D"/>
            </a:solidFill>
            <a:prstDash val="solid"/>
          </a:ln>
        </p:spPr>
        <p:txBody>
          <a:bodyPr/>
          <a:lstStyle/>
          <a:p>
            <a:endParaRPr lang="en-NL"/>
          </a:p>
        </p:txBody>
      </p:sp>
      <p:sp>
        <p:nvSpPr>
          <p:cNvPr id="9" name="a05l_163"/>
          <p:cNvSpPr txBox="1"/>
          <p:nvPr/>
        </p:nvSpPr>
        <p:spPr>
          <a:xfrm>
            <a:off x="7543800" y="3429000"/>
            <a:ext cx="3017520" cy="530352"/>
          </a:xfrm>
          <a:prstGeom prst="rect">
            <a:avLst/>
          </a:prstGeom>
          <a:noFill/>
          <a:ln/>
        </p:spPr>
        <p:txBody>
          <a:bodyPr wrap="square" lIns="0" tIns="0" rIns="0" bIns="0" rtlCol="0" anchor="ctr"/>
          <a:lstStyle/>
          <a:p>
            <a:pPr marL="0" indent="0">
              <a:buNone/>
            </a:pPr>
            <a:r>
              <a:rPr lang="en-US" sz="1600" dirty="0">
                <a:solidFill>
                  <a:srgbClr val="E59BC3"/>
                </a:solidFill>
                <a:latin typeface="Consolas" pitchFamily="34" charset="0"/>
                <a:ea typeface="Consolas" pitchFamily="34" charset="-122"/>
                <a:cs typeface="Consolas" pitchFamily="34" charset="-120"/>
              </a:rPr>
              <a:t>reservering</a:t>
            </a:r>
            <a:endParaRPr lang="en-US" sz="1600" dirty="0"/>
          </a:p>
        </p:txBody>
      </p:sp>
      <p:sp>
        <p:nvSpPr>
          <p:cNvPr id="10" name="a06l_164"/>
          <p:cNvSpPr/>
          <p:nvPr/>
        </p:nvSpPr>
        <p:spPr>
          <a:xfrm>
            <a:off x="7360920" y="4114800"/>
            <a:ext cx="3291840" cy="530352"/>
          </a:xfrm>
          <a:prstGeom prst="roundRect">
            <a:avLst>
              <a:gd name="adj" fmla="val 17241"/>
            </a:avLst>
          </a:prstGeom>
          <a:solidFill>
            <a:srgbClr val="231B27"/>
          </a:solidFill>
          <a:ln w="12700">
            <a:solidFill>
              <a:srgbClr val="3A2D3D"/>
            </a:solidFill>
            <a:prstDash val="solid"/>
          </a:ln>
        </p:spPr>
        <p:txBody>
          <a:bodyPr/>
          <a:lstStyle/>
          <a:p>
            <a:endParaRPr lang="en-NL"/>
          </a:p>
        </p:txBody>
      </p:sp>
      <p:sp>
        <p:nvSpPr>
          <p:cNvPr id="11" name="a06l_165"/>
          <p:cNvSpPr txBox="1"/>
          <p:nvPr/>
        </p:nvSpPr>
        <p:spPr>
          <a:xfrm>
            <a:off x="7543800" y="4114800"/>
            <a:ext cx="3017520" cy="530352"/>
          </a:xfrm>
          <a:prstGeom prst="rect">
            <a:avLst/>
          </a:prstGeom>
          <a:noFill/>
          <a:ln/>
        </p:spPr>
        <p:txBody>
          <a:bodyPr wrap="square" lIns="0" tIns="0" rIns="0" bIns="0" rtlCol="0" anchor="ctr"/>
          <a:lstStyle/>
          <a:p>
            <a:pPr marL="0" indent="0">
              <a:buNone/>
            </a:pPr>
            <a:r>
              <a:rPr lang="en-US" sz="1600" dirty="0">
                <a:solidFill>
                  <a:srgbClr val="E59BC3"/>
                </a:solidFill>
                <a:latin typeface="Consolas" pitchFamily="34" charset="0"/>
                <a:ea typeface="Consolas" pitchFamily="34" charset="-122"/>
                <a:cs typeface="Consolas" pitchFamily="34" charset="-120"/>
              </a:rPr>
              <a:t>site_settings</a:t>
            </a:r>
            <a:endParaRPr lang="en-US" sz="1600" dirty="0"/>
          </a:p>
        </p:txBody>
      </p:sp>
      <p:sp>
        <p:nvSpPr>
          <p:cNvPr id="12" name="a07l_166"/>
          <p:cNvSpPr/>
          <p:nvPr/>
        </p:nvSpPr>
        <p:spPr>
          <a:xfrm>
            <a:off x="7360920" y="4800600"/>
            <a:ext cx="3291840" cy="530352"/>
          </a:xfrm>
          <a:prstGeom prst="roundRect">
            <a:avLst>
              <a:gd name="adj" fmla="val 17241"/>
            </a:avLst>
          </a:prstGeom>
          <a:solidFill>
            <a:srgbClr val="231B27"/>
          </a:solidFill>
          <a:ln w="12700">
            <a:solidFill>
              <a:srgbClr val="3A2D3D"/>
            </a:solidFill>
            <a:prstDash val="solid"/>
          </a:ln>
        </p:spPr>
        <p:txBody>
          <a:bodyPr/>
          <a:lstStyle/>
          <a:p>
            <a:endParaRPr lang="en-NL"/>
          </a:p>
        </p:txBody>
      </p:sp>
      <p:sp>
        <p:nvSpPr>
          <p:cNvPr id="13" name="a07l_167"/>
          <p:cNvSpPr txBox="1"/>
          <p:nvPr/>
        </p:nvSpPr>
        <p:spPr>
          <a:xfrm>
            <a:off x="7543800" y="4800600"/>
            <a:ext cx="3017520" cy="530352"/>
          </a:xfrm>
          <a:prstGeom prst="rect">
            <a:avLst/>
          </a:prstGeom>
          <a:noFill/>
          <a:ln/>
        </p:spPr>
        <p:txBody>
          <a:bodyPr wrap="square" lIns="0" tIns="0" rIns="0" bIns="0" rtlCol="0" anchor="ctr"/>
          <a:lstStyle/>
          <a:p>
            <a:pPr marL="0" indent="0">
              <a:buNone/>
            </a:pPr>
            <a:r>
              <a:rPr lang="en-US" sz="1600" dirty="0">
                <a:solidFill>
                  <a:srgbClr val="E59BC3"/>
                </a:solidFill>
                <a:latin typeface="Consolas" pitchFamily="34" charset="0"/>
                <a:ea typeface="Consolas" pitchFamily="34" charset="-122"/>
                <a:cs typeface="Consolas" pitchFamily="34" charset="-120"/>
              </a:rPr>
              <a:t>admin_log</a:t>
            </a:r>
            <a:endParaRPr lang="en-US" sz="1600" dirty="0"/>
          </a:p>
        </p:txBody>
      </p:sp>
      <p:sp>
        <p:nvSpPr>
          <p:cNvPr id="14" name="Text 11"/>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15" name="Text 12"/>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Ivan · 13/20</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14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additive="base">
                                        <p:cTn id="8" dur="600" fill="hold"/>
                                        <p:tgtEl>
                                          <p:spTgt spid="2"/>
                                        </p:tgtEl>
                                        <p:attrNameLst>
                                          <p:attrName>ppt_x</p:attrName>
                                        </p:attrNameLst>
                                      </p:cBhvr>
                                      <p:tavLst>
                                        <p:tav tm="0">
                                          <p:val>
                                            <p:strVal val="#ppt_x"/>
                                          </p:val>
                                        </p:tav>
                                        <p:tav tm="100000">
                                          <p:val>
                                            <p:strVal val="#ppt_x"/>
                                          </p:val>
                                        </p:tav>
                                      </p:tavLst>
                                    </p:anim>
                                    <p:anim calcmode="lin" valueType="num">
                                      <p:cBhvr additive="base">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850"/>
                            </p:stCondLst>
                            <p:childTnLst>
                              <p:par>
                                <p:cTn id="16" presetID="53" presetClass="entr" presetSubtype="16"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700" fill="hold"/>
                                        <p:tgtEl>
                                          <p:spTgt spid="4"/>
                                        </p:tgtEl>
                                        <p:attrNameLst>
                                          <p:attrName>ppt_w</p:attrName>
                                        </p:attrNameLst>
                                      </p:cBhvr>
                                      <p:tavLst>
                                        <p:tav tm="0">
                                          <p:val>
                                            <p:strVal val="0"/>
                                          </p:val>
                                        </p:tav>
                                        <p:tav tm="100000">
                                          <p:val>
                                            <p:strVal val="#ppt_w"/>
                                          </p:val>
                                        </p:tav>
                                      </p:tavLst>
                                    </p:anim>
                                    <p:anim calcmode="lin" valueType="num">
                                      <p:cBhvr additive="base">
                                        <p:cTn id="19" dur="700" fill="hold"/>
                                        <p:tgtEl>
                                          <p:spTgt spid="4"/>
                                        </p:tgtEl>
                                        <p:attrNameLst>
                                          <p:attrName>ppt_h</p:attrName>
                                        </p:attrNameLst>
                                      </p:cBhvr>
                                      <p:tavLst>
                                        <p:tav tm="0">
                                          <p:val>
                                            <p:strVal val="0"/>
                                          </p:val>
                                        </p:tav>
                                        <p:tav tm="100000">
                                          <p:val>
                                            <p:strVal val="#ppt_h"/>
                                          </p:val>
                                        </p:tav>
                                      </p:tavLst>
                                    </p:anim>
                                    <p:animEffect transition="in" filter="fade">
                                      <p:cBhvr>
                                        <p:cTn id="20" dur="700"/>
                                        <p:tgtEl>
                                          <p:spTgt spid="4"/>
                                        </p:tgtEl>
                                      </p:cBhvr>
                                    </p:animEffect>
                                  </p:childTnLst>
                                </p:cTn>
                              </p:par>
                              <p:par>
                                <p:cTn id="21" presetID="53" presetClass="entr" presetSubtype="16"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700" fill="hold"/>
                                        <p:tgtEl>
                                          <p:spTgt spid="5"/>
                                        </p:tgtEl>
                                        <p:attrNameLst>
                                          <p:attrName>ppt_w</p:attrName>
                                        </p:attrNameLst>
                                      </p:cBhvr>
                                      <p:tavLst>
                                        <p:tav tm="0">
                                          <p:val>
                                            <p:strVal val="0"/>
                                          </p:val>
                                        </p:tav>
                                        <p:tav tm="100000">
                                          <p:val>
                                            <p:strVal val="#ppt_w"/>
                                          </p:val>
                                        </p:tav>
                                      </p:tavLst>
                                    </p:anim>
                                    <p:anim calcmode="lin" valueType="num">
                                      <p:cBhvr additive="base">
                                        <p:cTn id="24" dur="700" fill="hold"/>
                                        <p:tgtEl>
                                          <p:spTgt spid="5"/>
                                        </p:tgtEl>
                                        <p:attrNameLst>
                                          <p:attrName>ppt_h</p:attrName>
                                        </p:attrNameLst>
                                      </p:cBhvr>
                                      <p:tavLst>
                                        <p:tav tm="0">
                                          <p:val>
                                            <p:strVal val="0"/>
                                          </p:val>
                                        </p:tav>
                                        <p:tav tm="100000">
                                          <p:val>
                                            <p:strVal val="#ppt_h"/>
                                          </p:val>
                                        </p:tav>
                                      </p:tavLst>
                                    </p:anim>
                                    <p:animEffect transition="in" filter="fade">
                                      <p:cBhvr>
                                        <p:cTn id="25" dur="700"/>
                                        <p:tgtEl>
                                          <p:spTgt spid="5"/>
                                        </p:tgtEl>
                                      </p:cBhvr>
                                    </p:animEffect>
                                  </p:childTnLst>
                                </p:cTn>
                              </p:par>
                            </p:childTnLst>
                          </p:cTn>
                        </p:par>
                        <p:par>
                          <p:cTn id="26" fill="hold">
                            <p:stCondLst>
                              <p:cond delay="1355"/>
                            </p:stCondLst>
                            <p:childTnLst>
                              <p:par>
                                <p:cTn id="27" presetID="42" presetClass="entr" presetSubtype="0"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600"/>
                                        <p:tgtEl>
                                          <p:spTgt spid="6"/>
                                        </p:tgtEl>
                                      </p:cBhvr>
                                    </p:animEffect>
                                    <p:anim calcmode="lin" valueType="num">
                                      <p:cBhvr additive="base">
                                        <p:cTn id="30" dur="600" fill="hold"/>
                                        <p:tgtEl>
                                          <p:spTgt spid="6"/>
                                        </p:tgtEl>
                                        <p:attrNameLst>
                                          <p:attrName>ppt_x</p:attrName>
                                        </p:attrNameLst>
                                      </p:cBhvr>
                                      <p:tavLst>
                                        <p:tav tm="0">
                                          <p:val>
                                            <p:strVal val="#ppt_x"/>
                                          </p:val>
                                        </p:tav>
                                        <p:tav tm="100000">
                                          <p:val>
                                            <p:strVal val="#ppt_x"/>
                                          </p:val>
                                        </p:tav>
                                      </p:tavLst>
                                    </p:anim>
                                    <p:anim calcmode="lin" valueType="num">
                                      <p:cBhvr additive="base">
                                        <p:cTn id="31" dur="600" fill="hold"/>
                                        <p:tgtEl>
                                          <p:spTgt spid="6"/>
                                        </p:tgtEl>
                                        <p:attrNameLst>
                                          <p:attrName>ppt_y</p:attrName>
                                        </p:attrNameLst>
                                      </p:cBhvr>
                                      <p:tavLst>
                                        <p:tav tm="0">
                                          <p:val>
                                            <p:strVal val="#ppt_y+.1"/>
                                          </p:val>
                                        </p:tav>
                                        <p:tav tm="100000">
                                          <p:val>
                                            <p:strVal val="#ppt_y"/>
                                          </p:val>
                                        </p:tav>
                                      </p:tavLst>
                                    </p:anim>
                                  </p:childTnLst>
                                </p:cTn>
                              </p:par>
                            </p:childTnLst>
                          </p:cTn>
                        </p:par>
                        <p:par>
                          <p:cTn id="32" fill="hold">
                            <p:stCondLst>
                              <p:cond delay="1805"/>
                            </p:stCondLst>
                            <p:childTnLst>
                              <p:par>
                                <p:cTn id="33" presetID="42" presetClass="entr" presetSubtype="0"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additive="base">
                                        <p:cTn id="36" dur="600" fill="hold"/>
                                        <p:tgtEl>
                                          <p:spTgt spid="7"/>
                                        </p:tgtEl>
                                        <p:attrNameLst>
                                          <p:attrName>ppt_x</p:attrName>
                                        </p:attrNameLst>
                                      </p:cBhvr>
                                      <p:tavLst>
                                        <p:tav tm="0">
                                          <p:val>
                                            <p:strVal val="#ppt_x"/>
                                          </p:val>
                                        </p:tav>
                                        <p:tav tm="100000">
                                          <p:val>
                                            <p:strVal val="#ppt_x"/>
                                          </p:val>
                                        </p:tav>
                                      </p:tavLst>
                                    </p:anim>
                                    <p:anim calcmode="lin" valueType="num">
                                      <p:cBhvr additive="base">
                                        <p:cTn id="37" dur="600" fill="hold"/>
                                        <p:tgtEl>
                                          <p:spTgt spid="7"/>
                                        </p:tgtEl>
                                        <p:attrNameLst>
                                          <p:attrName>ppt_y</p:attrName>
                                        </p:attrNameLst>
                                      </p:cBhvr>
                                      <p:tavLst>
                                        <p:tav tm="0">
                                          <p:val>
                                            <p:strVal val="#ppt_y+.1"/>
                                          </p:val>
                                        </p:tav>
                                        <p:tav tm="100000">
                                          <p:val>
                                            <p:strVal val="#ppt_y"/>
                                          </p:val>
                                        </p:tav>
                                      </p:tavLst>
                                    </p:anim>
                                  </p:childTnLst>
                                </p:cTn>
                              </p:par>
                            </p:childTnLst>
                          </p:cTn>
                        </p:par>
                        <p:par>
                          <p:cTn id="38" fill="hold">
                            <p:stCondLst>
                              <p:cond delay="2255"/>
                            </p:stCondLst>
                            <p:childTnLst>
                              <p:par>
                                <p:cTn id="39" presetID="22" presetClass="entr" presetSubtype="8" fill="hold" nodeType="after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left)">
                                      <p:cBhvr>
                                        <p:cTn id="41" dur="500"/>
                                        <p:tgtEl>
                                          <p:spTgt spid="8"/>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left)">
                                      <p:cBhvr>
                                        <p:cTn id="44" dur="500"/>
                                        <p:tgtEl>
                                          <p:spTgt spid="9"/>
                                        </p:tgtEl>
                                      </p:cBhvr>
                                    </p:animEffect>
                                  </p:childTnLst>
                                </p:cTn>
                              </p:par>
                            </p:childTnLst>
                          </p:cTn>
                        </p:par>
                        <p:par>
                          <p:cTn id="45" fill="hold">
                            <p:stCondLst>
                              <p:cond delay="2650"/>
                            </p:stCondLst>
                            <p:childTnLst>
                              <p:par>
                                <p:cTn id="46" presetID="22" presetClass="entr" presetSubtype="8" fill="hold"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left)">
                                      <p:cBhvr>
                                        <p:cTn id="48" dur="500"/>
                                        <p:tgtEl>
                                          <p:spTgt spid="10"/>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left)">
                                      <p:cBhvr>
                                        <p:cTn id="51" dur="500"/>
                                        <p:tgtEl>
                                          <p:spTgt spid="11"/>
                                        </p:tgtEl>
                                      </p:cBhvr>
                                    </p:animEffect>
                                  </p:childTnLst>
                                </p:cTn>
                              </p:par>
                            </p:childTnLst>
                          </p:cTn>
                        </p:par>
                        <p:par>
                          <p:cTn id="52" fill="hold">
                            <p:stCondLst>
                              <p:cond delay="3045"/>
                            </p:stCondLst>
                            <p:childTnLst>
                              <p:par>
                                <p:cTn id="53" presetID="22" presetClass="entr" presetSubtype="8" fill="hold" nodeType="after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left)">
                                      <p:cBhvr>
                                        <p:cTn id="55" dur="500"/>
                                        <p:tgtEl>
                                          <p:spTgt spid="12"/>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left)">
                                      <p:cBhvr>
                                        <p:cTn id="5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9" grpId="0" animBg="1"/>
      <p:bldP spid="11"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016"/>
        </a:solidFill>
        <a:effectLst/>
      </p:bgPr>
    </p:bg>
    <p:spTree>
      <p:nvGrpSpPr>
        <p:cNvPr id="1" name=""/>
        <p:cNvGrpSpPr/>
        <p:nvPr/>
      </p:nvGrpSpPr>
      <p:grpSpPr>
        <a:xfrm>
          <a:off x="0" y="0"/>
          <a:ext cx="0" cy="0"/>
          <a:chOff x="0" y="0"/>
          <a:chExt cx="0" cy="0"/>
        </a:xfrm>
      </p:grpSpPr>
      <p:pic>
        <p:nvPicPr>
          <p:cNvPr id="2" name="Image 0" descr="a/bg-panel.jpg"/>
          <p:cNvPicPr>
            <a:picLocks noChangeAspect="1"/>
          </p:cNvPicPr>
          <p:nvPr/>
        </p:nvPicPr>
        <p:blipFill>
          <a:blip r:embed="rId3"/>
          <a:stretch>
            <a:fillRect/>
          </a:stretch>
        </p:blipFill>
        <p:spPr>
          <a:xfrm>
            <a:off x="0" y="0"/>
            <a:ext cx="12191695" cy="6858000"/>
          </a:xfrm>
          <a:prstGeom prst="rect">
            <a:avLst/>
          </a:prstGeom>
        </p:spPr>
      </p:pic>
      <p:pic>
        <p:nvPicPr>
          <p:cNvPr id="3" name="Image 1" descr="a/scrim-plum.png"/>
          <p:cNvPicPr>
            <a:picLocks noChangeAspect="1"/>
          </p:cNvPicPr>
          <p:nvPr/>
        </p:nvPicPr>
        <p:blipFill>
          <a:blip r:embed="rId4"/>
          <a:stretch>
            <a:fillRect/>
          </a:stretch>
        </p:blipFill>
        <p:spPr>
          <a:xfrm>
            <a:off x="0" y="0"/>
            <a:ext cx="12191695" cy="6858000"/>
          </a:xfrm>
          <a:prstGeom prst="rect">
            <a:avLst/>
          </a:prstGeom>
        </p:spPr>
      </p:pic>
      <p:sp>
        <p:nvSpPr>
          <p:cNvPr id="4" name="a01u_168"/>
          <p:cNvSpPr txBox="1"/>
          <p:nvPr/>
        </p:nvSpPr>
        <p:spPr>
          <a:xfrm>
            <a:off x="685800" y="1828800"/>
            <a:ext cx="5486400" cy="365760"/>
          </a:xfrm>
          <a:prstGeom prst="rect">
            <a:avLst/>
          </a:prstGeom>
          <a:noFill/>
          <a:ln/>
        </p:spPr>
        <p:txBody>
          <a:bodyPr wrap="square" lIns="0" tIns="0" rIns="0" bIns="0" rtlCol="0" anchor="ctr"/>
          <a:lstStyle/>
          <a:p>
            <a:pPr marL="0" indent="0">
              <a:buNone/>
            </a:pPr>
            <a:r>
              <a:rPr lang="en-US" sz="1600" b="1" kern="0" spc="400" dirty="0">
                <a:solidFill>
                  <a:srgbClr val="E59BC3"/>
                </a:solidFill>
                <a:latin typeface="Calibri" pitchFamily="34" charset="0"/>
                <a:ea typeface="Calibri" pitchFamily="34" charset="-122"/>
                <a:cs typeface="Calibri" pitchFamily="34" charset="-120"/>
              </a:rPr>
              <a:t>DEEL 3</a:t>
            </a:r>
            <a:endParaRPr lang="en-US" sz="1600" dirty="0"/>
          </a:p>
        </p:txBody>
      </p:sp>
      <p:sp>
        <p:nvSpPr>
          <p:cNvPr id="5" name="a02z_169"/>
          <p:cNvSpPr txBox="1"/>
          <p:nvPr/>
        </p:nvSpPr>
        <p:spPr>
          <a:xfrm>
            <a:off x="685800" y="2240280"/>
            <a:ext cx="10789920" cy="1188720"/>
          </a:xfrm>
          <a:prstGeom prst="rect">
            <a:avLst/>
          </a:prstGeom>
          <a:noFill/>
          <a:ln/>
        </p:spPr>
        <p:txBody>
          <a:bodyPr wrap="square" lIns="0" tIns="0" rIns="0" bIns="0" rtlCol="0" anchor="ctr"/>
          <a:lstStyle/>
          <a:p>
            <a:pPr marL="0" indent="0">
              <a:buNone/>
            </a:pPr>
            <a:r>
              <a:rPr lang="en-US" sz="6400" b="1" dirty="0">
                <a:solidFill>
                  <a:srgbClr val="F4EEF2"/>
                </a:solidFill>
                <a:latin typeface="Bahnschrift SemiCondensed" pitchFamily="34" charset="0"/>
                <a:ea typeface="Bahnschrift SemiCondensed" pitchFamily="34" charset="-122"/>
                <a:cs typeface="Bahnschrift SemiCondensed" pitchFamily="34" charset="-120"/>
              </a:rPr>
              <a:t>HET BEHEERSCHERM</a:t>
            </a:r>
            <a:endParaRPr lang="en-US" sz="6400" dirty="0"/>
          </a:p>
        </p:txBody>
      </p:sp>
      <p:sp>
        <p:nvSpPr>
          <p:cNvPr id="6" name="a03u_170"/>
          <p:cNvSpPr txBox="1"/>
          <p:nvPr/>
        </p:nvSpPr>
        <p:spPr>
          <a:xfrm>
            <a:off x="685800" y="3703320"/>
            <a:ext cx="6858000" cy="914400"/>
          </a:xfrm>
          <a:prstGeom prst="rect">
            <a:avLst/>
          </a:prstGeom>
          <a:noFill/>
          <a:ln/>
        </p:spPr>
        <p:txBody>
          <a:bodyPr wrap="square" lIns="0" tIns="0" rIns="0" bIns="0" rtlCol="0" anchor="ctr"/>
          <a:lstStyle/>
          <a:p>
            <a:pPr marL="0" indent="0">
              <a:buNone/>
            </a:pPr>
            <a:r>
              <a:rPr lang="en-US" sz="1800" dirty="0">
                <a:solidFill>
                  <a:srgbClr val="E9CFDD"/>
                </a:solidFill>
                <a:latin typeface="Calibri" pitchFamily="34" charset="0"/>
                <a:ea typeface="Calibri" pitchFamily="34" charset="-122"/>
                <a:cs typeface="Calibri" pitchFamily="34" charset="-120"/>
              </a:rPr>
              <a:t>Alles wat de medewerker van Bilthoven nodig heeft: inloggen, de homepage aanpassen en reserveringen beheren.</a:t>
            </a:r>
            <a:endParaRPr lang="en-US" sz="1800" dirty="0"/>
          </a:p>
        </p:txBody>
      </p:sp>
      <p:sp>
        <p:nvSpPr>
          <p:cNvPr id="7" name="Text 3"/>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8" name="Text 4"/>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Lucas · 14/20</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25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fill="hold"/>
                                        <p:tgtEl>
                                          <p:spTgt spid="4"/>
                                        </p:tgtEl>
                                        <p:attrNameLst>
                                          <p:attrName>ppt_x</p:attrName>
                                        </p:attrNameLst>
                                      </p:cBhvr>
                                      <p:tavLst>
                                        <p:tav tm="0">
                                          <p:val>
                                            <p:strVal val="#ppt_x"/>
                                          </p:val>
                                        </p:tav>
                                        <p:tav tm="100000">
                                          <p:val>
                                            <p:strVal val="#ppt_x"/>
                                          </p:val>
                                        </p:tav>
                                      </p:tavLst>
                                    </p:anim>
                                    <p:anim calcmode="lin" valueType="num">
                                      <p:cBhvr additive="base">
                                        <p:cTn id="9" dur="6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85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700" fill="hold"/>
                                        <p:tgtEl>
                                          <p:spTgt spid="5"/>
                                        </p:tgtEl>
                                        <p:attrNameLst>
                                          <p:attrName>ppt_w</p:attrName>
                                        </p:attrNameLst>
                                      </p:cBhvr>
                                      <p:tavLst>
                                        <p:tav tm="0">
                                          <p:val>
                                            <p:strVal val="0"/>
                                          </p:val>
                                        </p:tav>
                                        <p:tav tm="100000">
                                          <p:val>
                                            <p:strVal val="#ppt_w"/>
                                          </p:val>
                                        </p:tav>
                                      </p:tavLst>
                                    </p:anim>
                                    <p:anim calcmode="lin" valueType="num">
                                      <p:cBhvr additive="base">
                                        <p:cTn id="14" dur="700" fill="hold"/>
                                        <p:tgtEl>
                                          <p:spTgt spid="5"/>
                                        </p:tgtEl>
                                        <p:attrNameLst>
                                          <p:attrName>ppt_h</p:attrName>
                                        </p:attrNameLst>
                                      </p:cBhvr>
                                      <p:tavLst>
                                        <p:tav tm="0">
                                          <p:val>
                                            <p:strVal val="0"/>
                                          </p:val>
                                        </p:tav>
                                        <p:tav tm="100000">
                                          <p:val>
                                            <p:strVal val="#ppt_h"/>
                                          </p:val>
                                        </p:tav>
                                      </p:tavLst>
                                    </p:anim>
                                    <p:animEffect transition="in" filter="fade">
                                      <p:cBhvr>
                                        <p:cTn id="15" dur="700"/>
                                        <p:tgtEl>
                                          <p:spTgt spid="5"/>
                                        </p:tgtEl>
                                      </p:cBhvr>
                                    </p:animEffect>
                                  </p:childTnLst>
                                </p:cTn>
                              </p:par>
                            </p:childTnLst>
                          </p:cTn>
                        </p:par>
                        <p:par>
                          <p:cTn id="16" fill="hold">
                            <p:stCondLst>
                              <p:cond delay="1355"/>
                            </p:stCondLst>
                            <p:childTnLst>
                              <p:par>
                                <p:cTn id="17" presetID="42"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00"/>
                                        <p:tgtEl>
                                          <p:spTgt spid="6"/>
                                        </p:tgtEl>
                                      </p:cBhvr>
                                    </p:animEffect>
                                    <p:anim calcmode="lin" valueType="num">
                                      <p:cBhvr additive="base">
                                        <p:cTn id="20" dur="600" fill="hold"/>
                                        <p:tgtEl>
                                          <p:spTgt spid="6"/>
                                        </p:tgtEl>
                                        <p:attrNameLst>
                                          <p:attrName>ppt_x</p:attrName>
                                        </p:attrNameLst>
                                      </p:cBhvr>
                                      <p:tavLst>
                                        <p:tav tm="0">
                                          <p:val>
                                            <p:strVal val="#ppt_x"/>
                                          </p:val>
                                        </p:tav>
                                        <p:tav tm="100000">
                                          <p:val>
                                            <p:strVal val="#ppt_x"/>
                                          </p:val>
                                        </p:tav>
                                      </p:tavLst>
                                    </p:anim>
                                    <p:anim calcmode="lin" valueType="num">
                                      <p:cBhvr additive="base">
                                        <p:cTn id="21" dur="6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016"/>
        </a:solidFill>
        <a:effectLst/>
      </p:bgPr>
    </p:bg>
    <p:spTree>
      <p:nvGrpSpPr>
        <p:cNvPr id="1" name=""/>
        <p:cNvGrpSpPr/>
        <p:nvPr/>
      </p:nvGrpSpPr>
      <p:grpSpPr>
        <a:xfrm>
          <a:off x="0" y="0"/>
          <a:ext cx="0" cy="0"/>
          <a:chOff x="0" y="0"/>
          <a:chExt cx="0" cy="0"/>
        </a:xfrm>
      </p:grpSpPr>
      <p:sp>
        <p:nvSpPr>
          <p:cNvPr id="2" name="a01u_171"/>
          <p:cNvSpPr txBox="1"/>
          <p:nvPr/>
        </p:nvSpPr>
        <p:spPr>
          <a:xfrm>
            <a:off x="685800" y="457200"/>
            <a:ext cx="10820095" cy="292608"/>
          </a:xfrm>
          <a:prstGeom prst="rect">
            <a:avLst/>
          </a:prstGeom>
          <a:noFill/>
          <a:ln/>
        </p:spPr>
        <p:txBody>
          <a:bodyPr wrap="square" lIns="0" tIns="0" rIns="0" bIns="0" rtlCol="0" anchor="ctr"/>
          <a:lstStyle/>
          <a:p>
            <a:pPr marL="0" indent="0">
              <a:buNone/>
            </a:pPr>
            <a:r>
              <a:rPr lang="en-US" sz="1300" b="1" kern="0" spc="300" dirty="0">
                <a:solidFill>
                  <a:srgbClr val="E59BC3"/>
                </a:solidFill>
                <a:latin typeface="Calibri" pitchFamily="34" charset="0"/>
                <a:ea typeface="Calibri" pitchFamily="34" charset="-122"/>
                <a:cs typeface="Calibri" pitchFamily="34" charset="-120"/>
              </a:rPr>
              <a:t>HET BEHEERSCHERM</a:t>
            </a:r>
            <a:endParaRPr lang="en-US" sz="1300" dirty="0"/>
          </a:p>
        </p:txBody>
      </p:sp>
      <p:sp>
        <p:nvSpPr>
          <p:cNvPr id="3" name="a01u_172"/>
          <p:cNvSpPr txBox="1"/>
          <p:nvPr/>
        </p:nvSpPr>
        <p:spPr>
          <a:xfrm>
            <a:off x="685800" y="749808"/>
            <a:ext cx="10820095" cy="731520"/>
          </a:xfrm>
          <a:prstGeom prst="rect">
            <a:avLst/>
          </a:prstGeom>
          <a:noFill/>
          <a:ln/>
        </p:spPr>
        <p:txBody>
          <a:bodyPr wrap="square" lIns="0" tIns="0" rIns="0" bIns="0" rtlCol="0" anchor="t"/>
          <a:lstStyle/>
          <a:p>
            <a:pPr marL="0" indent="0">
              <a:buNone/>
            </a:pPr>
            <a:r>
              <a:rPr lang="en-US" sz="4000" b="1" dirty="0">
                <a:solidFill>
                  <a:srgbClr val="F4EEF2"/>
                </a:solidFill>
                <a:latin typeface="Bahnschrift SemiCondensed" pitchFamily="34" charset="0"/>
                <a:ea typeface="Bahnschrift SemiCondensed" pitchFamily="34" charset="-122"/>
                <a:cs typeface="Bahnschrift SemiCondensed" pitchFamily="34" charset="-120"/>
              </a:rPr>
              <a:t>INLOGGEN EN ADMIN PANEL</a:t>
            </a:r>
            <a:endParaRPr lang="en-US" sz="4000" dirty="0"/>
          </a:p>
        </p:txBody>
      </p:sp>
      <p:pic>
        <p:nvPicPr>
          <p:cNvPr id="4" name="a02z_173" descr="f-login.png"/>
          <p:cNvPicPr>
            <a:picLocks noChangeAspect="1"/>
          </p:cNvPicPr>
          <p:nvPr/>
        </p:nvPicPr>
        <p:blipFill>
          <a:blip r:embed="rId3"/>
          <a:stretch>
            <a:fillRect/>
          </a:stretch>
        </p:blipFill>
        <p:spPr>
          <a:xfrm>
            <a:off x="685800" y="1828800"/>
            <a:ext cx="4998568" cy="2641087"/>
          </a:xfrm>
          <a:prstGeom prst="rect">
            <a:avLst/>
          </a:prstGeom>
        </p:spPr>
      </p:pic>
      <p:pic>
        <p:nvPicPr>
          <p:cNvPr id="5" name="a03l_174" descr="preencoded.png"/>
          <p:cNvPicPr>
            <a:picLocks noChangeAspect="1"/>
          </p:cNvPicPr>
          <p:nvPr/>
        </p:nvPicPr>
        <p:blipFill>
          <a:blip r:embed="rId4"/>
          <a:stretch>
            <a:fillRect/>
          </a:stretch>
        </p:blipFill>
        <p:spPr>
          <a:xfrm>
            <a:off x="5867248" y="2920744"/>
            <a:ext cx="457200" cy="457200"/>
          </a:xfrm>
          <a:prstGeom prst="rect">
            <a:avLst/>
          </a:prstGeom>
        </p:spPr>
      </p:pic>
      <p:pic>
        <p:nvPicPr>
          <p:cNvPr id="6" name="a04z_175" descr="f-panel.png"/>
          <p:cNvPicPr>
            <a:picLocks noChangeAspect="1"/>
          </p:cNvPicPr>
          <p:nvPr/>
        </p:nvPicPr>
        <p:blipFill>
          <a:blip r:embed="rId5"/>
          <a:stretch>
            <a:fillRect/>
          </a:stretch>
        </p:blipFill>
        <p:spPr>
          <a:xfrm>
            <a:off x="6507328" y="1828800"/>
            <a:ext cx="4998568" cy="2853460"/>
          </a:xfrm>
          <a:prstGeom prst="rect">
            <a:avLst/>
          </a:prstGeom>
        </p:spPr>
      </p:pic>
      <p:sp>
        <p:nvSpPr>
          <p:cNvPr id="7" name="a05u_176"/>
          <p:cNvSpPr txBox="1"/>
          <p:nvPr/>
        </p:nvSpPr>
        <p:spPr>
          <a:xfrm>
            <a:off x="685800" y="4835647"/>
            <a:ext cx="4998568" cy="731520"/>
          </a:xfrm>
          <a:prstGeom prst="rect">
            <a:avLst/>
          </a:prstGeom>
          <a:noFill/>
          <a:ln/>
        </p:spPr>
        <p:txBody>
          <a:bodyPr wrap="square" lIns="0" tIns="0" rIns="0" bIns="0" rtlCol="0" anchor="t"/>
          <a:lstStyle/>
          <a:p>
            <a:pPr marL="0" indent="0">
              <a:buNone/>
            </a:pPr>
            <a:r>
              <a:rPr lang="en-US" sz="1500" b="1" dirty="0">
                <a:solidFill>
                  <a:srgbClr val="F4EEF2"/>
                </a:solidFill>
                <a:latin typeface="Calibri" pitchFamily="34" charset="0"/>
                <a:ea typeface="Calibri" pitchFamily="34" charset="-122"/>
                <a:cs typeface="Calibri" pitchFamily="34" charset="-120"/>
              </a:rPr>
              <a:t>1. Inloggen: </a:t>
            </a:r>
            <a:r>
              <a:rPr lang="en-US" sz="1500" dirty="0">
                <a:solidFill>
                  <a:srgbClr val="BBA9B6"/>
                </a:solidFill>
                <a:latin typeface="Calibri" pitchFamily="34" charset="0"/>
                <a:ea typeface="Calibri" pitchFamily="34" charset="-122"/>
                <a:cs typeface="Calibri" pitchFamily="34" charset="-120"/>
              </a:rPr>
              <a:t>gebruikersnaam en wachtwoord. Zonder inloggen kom je er niet in.</a:t>
            </a:r>
            <a:endParaRPr lang="en-US" sz="1500" dirty="0"/>
          </a:p>
        </p:txBody>
      </p:sp>
      <p:sp>
        <p:nvSpPr>
          <p:cNvPr id="8" name="a06u_177"/>
          <p:cNvSpPr txBox="1"/>
          <p:nvPr/>
        </p:nvSpPr>
        <p:spPr>
          <a:xfrm>
            <a:off x="6507328" y="4835647"/>
            <a:ext cx="4998568" cy="731520"/>
          </a:xfrm>
          <a:prstGeom prst="rect">
            <a:avLst/>
          </a:prstGeom>
          <a:noFill/>
          <a:ln/>
        </p:spPr>
        <p:txBody>
          <a:bodyPr wrap="square" lIns="0" tIns="0" rIns="0" bIns="0" rtlCol="0" anchor="t"/>
          <a:lstStyle/>
          <a:p>
            <a:pPr marL="0" indent="0">
              <a:buNone/>
            </a:pPr>
            <a:r>
              <a:rPr lang="en-US" sz="1500" b="1" dirty="0">
                <a:solidFill>
                  <a:srgbClr val="F4EEF2"/>
                </a:solidFill>
                <a:latin typeface="Calibri" pitchFamily="34" charset="0"/>
                <a:ea typeface="Calibri" pitchFamily="34" charset="-122"/>
                <a:cs typeface="Calibri" pitchFamily="34" charset="-120"/>
              </a:rPr>
              <a:t>2. Admin panel: </a:t>
            </a:r>
            <a:r>
              <a:rPr lang="en-US" sz="1500" dirty="0">
                <a:solidFill>
                  <a:srgbClr val="BBA9B6"/>
                </a:solidFill>
                <a:latin typeface="Calibri" pitchFamily="34" charset="0"/>
                <a:ea typeface="Calibri" pitchFamily="34" charset="-122"/>
                <a:cs typeface="Calibri" pitchFamily="34" charset="-120"/>
              </a:rPr>
              <a:t>nieuwe homepage-afbeelding invullen, opslaan, en meteen een preview zien.</a:t>
            </a:r>
            <a:endParaRPr lang="en-US" sz="1500" dirty="0"/>
          </a:p>
        </p:txBody>
      </p:sp>
      <p:sp>
        <p:nvSpPr>
          <p:cNvPr id="9" name="Text 4"/>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10" name="Text 5"/>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Ivan · 15/20</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additive="base">
                                        <p:cTn id="8" dur="600" fill="hold"/>
                                        <p:tgtEl>
                                          <p:spTgt spid="2"/>
                                        </p:tgtEl>
                                        <p:attrNameLst>
                                          <p:attrName>ppt_x</p:attrName>
                                        </p:attrNameLst>
                                      </p:cBhvr>
                                      <p:tavLst>
                                        <p:tav tm="0">
                                          <p:val>
                                            <p:strVal val="#ppt_x"/>
                                          </p:val>
                                        </p:tav>
                                        <p:tav tm="100000">
                                          <p:val>
                                            <p:strVal val="#ppt_x"/>
                                          </p:val>
                                        </p:tav>
                                      </p:tavLst>
                                    </p:anim>
                                    <p:anim calcmode="lin" valueType="num">
                                      <p:cBhvr additive="base">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850"/>
                            </p:stCondLst>
                            <p:childTnLst>
                              <p:par>
                                <p:cTn id="16" presetID="53" presetClass="entr" presetSubtype="16"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700" fill="hold"/>
                                        <p:tgtEl>
                                          <p:spTgt spid="4"/>
                                        </p:tgtEl>
                                        <p:attrNameLst>
                                          <p:attrName>ppt_w</p:attrName>
                                        </p:attrNameLst>
                                      </p:cBhvr>
                                      <p:tavLst>
                                        <p:tav tm="0">
                                          <p:val>
                                            <p:strVal val="0"/>
                                          </p:val>
                                        </p:tav>
                                        <p:tav tm="100000">
                                          <p:val>
                                            <p:strVal val="#ppt_w"/>
                                          </p:val>
                                        </p:tav>
                                      </p:tavLst>
                                    </p:anim>
                                    <p:anim calcmode="lin" valueType="num">
                                      <p:cBhvr additive="base">
                                        <p:cTn id="19" dur="700" fill="hold"/>
                                        <p:tgtEl>
                                          <p:spTgt spid="4"/>
                                        </p:tgtEl>
                                        <p:attrNameLst>
                                          <p:attrName>ppt_h</p:attrName>
                                        </p:attrNameLst>
                                      </p:cBhvr>
                                      <p:tavLst>
                                        <p:tav tm="0">
                                          <p:val>
                                            <p:strVal val="0"/>
                                          </p:val>
                                        </p:tav>
                                        <p:tav tm="100000">
                                          <p:val>
                                            <p:strVal val="#ppt_h"/>
                                          </p:val>
                                        </p:tav>
                                      </p:tavLst>
                                    </p:anim>
                                    <p:animEffect transition="in" filter="fade">
                                      <p:cBhvr>
                                        <p:cTn id="20" dur="700"/>
                                        <p:tgtEl>
                                          <p:spTgt spid="4"/>
                                        </p:tgtEl>
                                      </p:cBhvr>
                                    </p:animEffect>
                                  </p:childTnLst>
                                </p:cTn>
                              </p:par>
                            </p:childTnLst>
                          </p:cTn>
                        </p:par>
                        <p:par>
                          <p:cTn id="21" fill="hold">
                            <p:stCondLst>
                              <p:cond delay="1355"/>
                            </p:stCondLst>
                            <p:childTnLst>
                              <p:par>
                                <p:cTn id="22" presetID="22" presetClass="entr" presetSubtype="8"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childTnLst>
                          </p:cTn>
                        </p:par>
                        <p:par>
                          <p:cTn id="25" fill="hold">
                            <p:stCondLst>
                              <p:cond delay="1750"/>
                            </p:stCondLst>
                            <p:childTnLst>
                              <p:par>
                                <p:cTn id="26" presetID="53" presetClass="entr" presetSubtype="16"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700" fill="hold"/>
                                        <p:tgtEl>
                                          <p:spTgt spid="6"/>
                                        </p:tgtEl>
                                        <p:attrNameLst>
                                          <p:attrName>ppt_w</p:attrName>
                                        </p:attrNameLst>
                                      </p:cBhvr>
                                      <p:tavLst>
                                        <p:tav tm="0">
                                          <p:val>
                                            <p:strVal val="0"/>
                                          </p:val>
                                        </p:tav>
                                        <p:tav tm="100000">
                                          <p:val>
                                            <p:strVal val="#ppt_w"/>
                                          </p:val>
                                        </p:tav>
                                      </p:tavLst>
                                    </p:anim>
                                    <p:anim calcmode="lin" valueType="num">
                                      <p:cBhvr additive="base">
                                        <p:cTn id="29" dur="700" fill="hold"/>
                                        <p:tgtEl>
                                          <p:spTgt spid="6"/>
                                        </p:tgtEl>
                                        <p:attrNameLst>
                                          <p:attrName>ppt_h</p:attrName>
                                        </p:attrNameLst>
                                      </p:cBhvr>
                                      <p:tavLst>
                                        <p:tav tm="0">
                                          <p:val>
                                            <p:strVal val="0"/>
                                          </p:val>
                                        </p:tav>
                                        <p:tav tm="100000">
                                          <p:val>
                                            <p:strVal val="#ppt_h"/>
                                          </p:val>
                                        </p:tav>
                                      </p:tavLst>
                                    </p:anim>
                                    <p:animEffect transition="in" filter="fade">
                                      <p:cBhvr>
                                        <p:cTn id="30" dur="700"/>
                                        <p:tgtEl>
                                          <p:spTgt spid="6"/>
                                        </p:tgtEl>
                                      </p:cBhvr>
                                    </p:animEffect>
                                  </p:childTnLst>
                                </p:cTn>
                              </p:par>
                            </p:childTnLst>
                          </p:cTn>
                        </p:par>
                        <p:par>
                          <p:cTn id="31" fill="hold">
                            <p:stCondLst>
                              <p:cond delay="2255"/>
                            </p:stCondLst>
                            <p:childTnLst>
                              <p:par>
                                <p:cTn id="32" presetID="42" presetClass="entr" presetSubtype="0"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600"/>
                                        <p:tgtEl>
                                          <p:spTgt spid="7"/>
                                        </p:tgtEl>
                                      </p:cBhvr>
                                    </p:animEffect>
                                    <p:anim calcmode="lin" valueType="num">
                                      <p:cBhvr additive="base">
                                        <p:cTn id="35" dur="600" fill="hold"/>
                                        <p:tgtEl>
                                          <p:spTgt spid="7"/>
                                        </p:tgtEl>
                                        <p:attrNameLst>
                                          <p:attrName>ppt_x</p:attrName>
                                        </p:attrNameLst>
                                      </p:cBhvr>
                                      <p:tavLst>
                                        <p:tav tm="0">
                                          <p:val>
                                            <p:strVal val="#ppt_x"/>
                                          </p:val>
                                        </p:tav>
                                        <p:tav tm="100000">
                                          <p:val>
                                            <p:strVal val="#ppt_x"/>
                                          </p:val>
                                        </p:tav>
                                      </p:tavLst>
                                    </p:anim>
                                    <p:anim calcmode="lin" valueType="num">
                                      <p:cBhvr additive="base">
                                        <p:cTn id="36" dur="600" fill="hold"/>
                                        <p:tgtEl>
                                          <p:spTgt spid="7"/>
                                        </p:tgtEl>
                                        <p:attrNameLst>
                                          <p:attrName>ppt_y</p:attrName>
                                        </p:attrNameLst>
                                      </p:cBhvr>
                                      <p:tavLst>
                                        <p:tav tm="0">
                                          <p:val>
                                            <p:strVal val="#ppt_y+.1"/>
                                          </p:val>
                                        </p:tav>
                                        <p:tav tm="100000">
                                          <p:val>
                                            <p:strVal val="#ppt_y"/>
                                          </p:val>
                                        </p:tav>
                                      </p:tavLst>
                                    </p:anim>
                                  </p:childTnLst>
                                </p:cTn>
                              </p:par>
                            </p:childTnLst>
                          </p:cTn>
                        </p:par>
                        <p:par>
                          <p:cTn id="37" fill="hold">
                            <p:stCondLst>
                              <p:cond delay="2705"/>
                            </p:stCondLst>
                            <p:childTnLst>
                              <p:par>
                                <p:cTn id="38" presetID="42" presetClass="entr" presetSubtype="0" fill="hold" grpId="0"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600"/>
                                        <p:tgtEl>
                                          <p:spTgt spid="8"/>
                                        </p:tgtEl>
                                      </p:cBhvr>
                                    </p:animEffect>
                                    <p:anim calcmode="lin" valueType="num">
                                      <p:cBhvr additive="base">
                                        <p:cTn id="41" dur="600" fill="hold"/>
                                        <p:tgtEl>
                                          <p:spTgt spid="8"/>
                                        </p:tgtEl>
                                        <p:attrNameLst>
                                          <p:attrName>ppt_x</p:attrName>
                                        </p:attrNameLst>
                                      </p:cBhvr>
                                      <p:tavLst>
                                        <p:tav tm="0">
                                          <p:val>
                                            <p:strVal val="#ppt_x"/>
                                          </p:val>
                                        </p:tav>
                                        <p:tav tm="100000">
                                          <p:val>
                                            <p:strVal val="#ppt_x"/>
                                          </p:val>
                                        </p:tav>
                                      </p:tavLst>
                                    </p:anim>
                                    <p:anim calcmode="lin" valueType="num">
                                      <p:cBhvr additive="base">
                                        <p:cTn id="42" dur="6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520"/>
        </a:solidFill>
        <a:effectLst/>
      </p:bgPr>
    </p:bg>
    <p:spTree>
      <p:nvGrpSpPr>
        <p:cNvPr id="1" name=""/>
        <p:cNvGrpSpPr/>
        <p:nvPr/>
      </p:nvGrpSpPr>
      <p:grpSpPr>
        <a:xfrm>
          <a:off x="0" y="0"/>
          <a:ext cx="0" cy="0"/>
          <a:chOff x="0" y="0"/>
          <a:chExt cx="0" cy="0"/>
        </a:xfrm>
      </p:grpSpPr>
      <p:sp>
        <p:nvSpPr>
          <p:cNvPr id="2" name="a01u_178"/>
          <p:cNvSpPr txBox="1"/>
          <p:nvPr/>
        </p:nvSpPr>
        <p:spPr>
          <a:xfrm>
            <a:off x="685800" y="457200"/>
            <a:ext cx="10820095" cy="292608"/>
          </a:xfrm>
          <a:prstGeom prst="rect">
            <a:avLst/>
          </a:prstGeom>
          <a:noFill/>
          <a:ln/>
        </p:spPr>
        <p:txBody>
          <a:bodyPr wrap="square" lIns="0" tIns="0" rIns="0" bIns="0" rtlCol="0" anchor="ctr"/>
          <a:lstStyle/>
          <a:p>
            <a:pPr marL="0" indent="0">
              <a:buNone/>
            </a:pPr>
            <a:r>
              <a:rPr lang="en-US" sz="1300" b="1" kern="0" spc="300" dirty="0">
                <a:solidFill>
                  <a:srgbClr val="E59BC3"/>
                </a:solidFill>
                <a:latin typeface="Calibri" pitchFamily="34" charset="0"/>
                <a:ea typeface="Calibri" pitchFamily="34" charset="-122"/>
                <a:cs typeface="Calibri" pitchFamily="34" charset="-120"/>
              </a:rPr>
              <a:t>HET BEHEERSCHERM</a:t>
            </a:r>
            <a:endParaRPr lang="en-US" sz="1300" dirty="0"/>
          </a:p>
        </p:txBody>
      </p:sp>
      <p:sp>
        <p:nvSpPr>
          <p:cNvPr id="3" name="a01u_179"/>
          <p:cNvSpPr txBox="1"/>
          <p:nvPr/>
        </p:nvSpPr>
        <p:spPr>
          <a:xfrm>
            <a:off x="685800" y="749808"/>
            <a:ext cx="10820095" cy="731520"/>
          </a:xfrm>
          <a:prstGeom prst="rect">
            <a:avLst/>
          </a:prstGeom>
          <a:noFill/>
          <a:ln/>
        </p:spPr>
        <p:txBody>
          <a:bodyPr wrap="square" lIns="0" tIns="0" rIns="0" bIns="0" rtlCol="0" anchor="t"/>
          <a:lstStyle/>
          <a:p>
            <a:pPr marL="0" indent="0">
              <a:buNone/>
            </a:pPr>
            <a:r>
              <a:rPr lang="en-US" sz="4000" b="1" dirty="0">
                <a:solidFill>
                  <a:srgbClr val="F4EEF2"/>
                </a:solidFill>
                <a:latin typeface="Bahnschrift SemiCondensed" pitchFamily="34" charset="0"/>
                <a:ea typeface="Bahnschrift SemiCondensed" pitchFamily="34" charset="-122"/>
                <a:cs typeface="Bahnschrift SemiCondensed" pitchFamily="34" charset="-120"/>
              </a:rPr>
              <a:t>RESERVERINGEN BEHEREN</a:t>
            </a:r>
            <a:endParaRPr lang="en-US" sz="4000" dirty="0"/>
          </a:p>
        </p:txBody>
      </p:sp>
      <p:pic>
        <p:nvPicPr>
          <p:cNvPr id="4" name="a02z_180" descr="f-reserv.png"/>
          <p:cNvPicPr>
            <a:picLocks noChangeAspect="1"/>
          </p:cNvPicPr>
          <p:nvPr/>
        </p:nvPicPr>
        <p:blipFill>
          <a:blip r:embed="rId3"/>
          <a:stretch>
            <a:fillRect/>
          </a:stretch>
        </p:blipFill>
        <p:spPr>
          <a:xfrm>
            <a:off x="685800" y="1828800"/>
            <a:ext cx="4998568" cy="2837422"/>
          </a:xfrm>
          <a:prstGeom prst="rect">
            <a:avLst/>
          </a:prstGeom>
        </p:spPr>
      </p:pic>
      <p:pic>
        <p:nvPicPr>
          <p:cNvPr id="5" name="a03l_181" descr="preencoded.png"/>
          <p:cNvPicPr>
            <a:picLocks noChangeAspect="1"/>
          </p:cNvPicPr>
          <p:nvPr/>
        </p:nvPicPr>
        <p:blipFill>
          <a:blip r:embed="rId4"/>
          <a:stretch>
            <a:fillRect/>
          </a:stretch>
        </p:blipFill>
        <p:spPr>
          <a:xfrm>
            <a:off x="5867248" y="3018911"/>
            <a:ext cx="457200" cy="457200"/>
          </a:xfrm>
          <a:prstGeom prst="rect">
            <a:avLst/>
          </a:prstGeom>
        </p:spPr>
      </p:pic>
      <p:pic>
        <p:nvPicPr>
          <p:cNvPr id="6" name="a04z_182" descr="f-add.png"/>
          <p:cNvPicPr>
            <a:picLocks noChangeAspect="1"/>
          </p:cNvPicPr>
          <p:nvPr/>
        </p:nvPicPr>
        <p:blipFill>
          <a:blip r:embed="rId5"/>
          <a:stretch>
            <a:fillRect/>
          </a:stretch>
        </p:blipFill>
        <p:spPr>
          <a:xfrm>
            <a:off x="6507328" y="1828800"/>
            <a:ext cx="4998568" cy="2837422"/>
          </a:xfrm>
          <a:prstGeom prst="rect">
            <a:avLst/>
          </a:prstGeom>
        </p:spPr>
      </p:pic>
      <p:sp>
        <p:nvSpPr>
          <p:cNvPr id="7" name="a05u_183"/>
          <p:cNvSpPr txBox="1"/>
          <p:nvPr/>
        </p:nvSpPr>
        <p:spPr>
          <a:xfrm>
            <a:off x="685800" y="5031982"/>
            <a:ext cx="4998568" cy="731520"/>
          </a:xfrm>
          <a:prstGeom prst="rect">
            <a:avLst/>
          </a:prstGeom>
          <a:noFill/>
          <a:ln/>
        </p:spPr>
        <p:txBody>
          <a:bodyPr wrap="square" lIns="0" tIns="0" rIns="0" bIns="0" rtlCol="0" anchor="t"/>
          <a:lstStyle/>
          <a:p>
            <a:pPr marL="0" indent="0">
              <a:buNone/>
            </a:pPr>
            <a:r>
              <a:rPr lang="en-US" sz="1500" b="1" dirty="0">
                <a:solidFill>
                  <a:srgbClr val="F4EEF2"/>
                </a:solidFill>
                <a:latin typeface="Calibri" pitchFamily="34" charset="0"/>
                <a:ea typeface="Calibri" pitchFamily="34" charset="-122"/>
                <a:cs typeface="Calibri" pitchFamily="34" charset="-120"/>
              </a:rPr>
              <a:t>Lijst: </a:t>
            </a:r>
            <a:r>
              <a:rPr lang="en-US" sz="1500" dirty="0">
                <a:solidFill>
                  <a:srgbClr val="BBA9B6"/>
                </a:solidFill>
                <a:latin typeface="Calibri" pitchFamily="34" charset="0"/>
                <a:ea typeface="Calibri" pitchFamily="34" charset="-122"/>
                <a:cs typeface="Calibri" pitchFamily="34" charset="-120"/>
              </a:rPr>
              <a:t>stoel, voorstelling, naam en e-mail. Met de knop "Verwijderen".</a:t>
            </a:r>
            <a:endParaRPr lang="en-US" sz="1500" dirty="0"/>
          </a:p>
        </p:txBody>
      </p:sp>
      <p:sp>
        <p:nvSpPr>
          <p:cNvPr id="8" name="a06u_184"/>
          <p:cNvSpPr txBox="1"/>
          <p:nvPr/>
        </p:nvSpPr>
        <p:spPr>
          <a:xfrm>
            <a:off x="6507328" y="5031982"/>
            <a:ext cx="4998568" cy="731520"/>
          </a:xfrm>
          <a:prstGeom prst="rect">
            <a:avLst/>
          </a:prstGeom>
          <a:noFill/>
          <a:ln/>
        </p:spPr>
        <p:txBody>
          <a:bodyPr wrap="square" lIns="0" tIns="0" rIns="0" bIns="0" rtlCol="0" anchor="t"/>
          <a:lstStyle/>
          <a:p>
            <a:pPr marL="0" indent="0">
              <a:buNone/>
            </a:pPr>
            <a:r>
              <a:rPr lang="en-US" sz="1500" b="1" dirty="0">
                <a:solidFill>
                  <a:srgbClr val="F4EEF2"/>
                </a:solidFill>
                <a:latin typeface="Calibri" pitchFamily="34" charset="0"/>
                <a:ea typeface="Calibri" pitchFamily="34" charset="-122"/>
                <a:cs typeface="Calibri" pitchFamily="34" charset="-120"/>
              </a:rPr>
              <a:t>Toevoegen: </a:t>
            </a:r>
            <a:r>
              <a:rPr lang="en-US" sz="1500" dirty="0">
                <a:solidFill>
                  <a:srgbClr val="BBA9B6"/>
                </a:solidFill>
                <a:latin typeface="Calibri" pitchFamily="34" charset="0"/>
                <a:ea typeface="Calibri" pitchFamily="34" charset="-122"/>
                <a:cs typeface="Calibri" pitchFamily="34" charset="-120"/>
              </a:rPr>
              <a:t>voorstelling-ID en stoelnummer invullen, bv. voor een telefoon-boeking.</a:t>
            </a:r>
            <a:endParaRPr lang="en-US" sz="1500" dirty="0"/>
          </a:p>
        </p:txBody>
      </p:sp>
      <p:sp>
        <p:nvSpPr>
          <p:cNvPr id="9" name="Text 4"/>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10" name="Text 5"/>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Ivan · 16/20</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additive="base">
                                        <p:cTn id="8" dur="600" fill="hold"/>
                                        <p:tgtEl>
                                          <p:spTgt spid="2"/>
                                        </p:tgtEl>
                                        <p:attrNameLst>
                                          <p:attrName>ppt_x</p:attrName>
                                        </p:attrNameLst>
                                      </p:cBhvr>
                                      <p:tavLst>
                                        <p:tav tm="0">
                                          <p:val>
                                            <p:strVal val="#ppt_x"/>
                                          </p:val>
                                        </p:tav>
                                        <p:tav tm="100000">
                                          <p:val>
                                            <p:strVal val="#ppt_x"/>
                                          </p:val>
                                        </p:tav>
                                      </p:tavLst>
                                    </p:anim>
                                    <p:anim calcmode="lin" valueType="num">
                                      <p:cBhvr additive="base">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850"/>
                            </p:stCondLst>
                            <p:childTnLst>
                              <p:par>
                                <p:cTn id="16" presetID="53" presetClass="entr" presetSubtype="16"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700" fill="hold"/>
                                        <p:tgtEl>
                                          <p:spTgt spid="4"/>
                                        </p:tgtEl>
                                        <p:attrNameLst>
                                          <p:attrName>ppt_w</p:attrName>
                                        </p:attrNameLst>
                                      </p:cBhvr>
                                      <p:tavLst>
                                        <p:tav tm="0">
                                          <p:val>
                                            <p:strVal val="0"/>
                                          </p:val>
                                        </p:tav>
                                        <p:tav tm="100000">
                                          <p:val>
                                            <p:strVal val="#ppt_w"/>
                                          </p:val>
                                        </p:tav>
                                      </p:tavLst>
                                    </p:anim>
                                    <p:anim calcmode="lin" valueType="num">
                                      <p:cBhvr additive="base">
                                        <p:cTn id="19" dur="700" fill="hold"/>
                                        <p:tgtEl>
                                          <p:spTgt spid="4"/>
                                        </p:tgtEl>
                                        <p:attrNameLst>
                                          <p:attrName>ppt_h</p:attrName>
                                        </p:attrNameLst>
                                      </p:cBhvr>
                                      <p:tavLst>
                                        <p:tav tm="0">
                                          <p:val>
                                            <p:strVal val="0"/>
                                          </p:val>
                                        </p:tav>
                                        <p:tav tm="100000">
                                          <p:val>
                                            <p:strVal val="#ppt_h"/>
                                          </p:val>
                                        </p:tav>
                                      </p:tavLst>
                                    </p:anim>
                                    <p:animEffect transition="in" filter="fade">
                                      <p:cBhvr>
                                        <p:cTn id="20" dur="700"/>
                                        <p:tgtEl>
                                          <p:spTgt spid="4"/>
                                        </p:tgtEl>
                                      </p:cBhvr>
                                    </p:animEffect>
                                  </p:childTnLst>
                                </p:cTn>
                              </p:par>
                            </p:childTnLst>
                          </p:cTn>
                        </p:par>
                        <p:par>
                          <p:cTn id="21" fill="hold">
                            <p:stCondLst>
                              <p:cond delay="1355"/>
                            </p:stCondLst>
                            <p:childTnLst>
                              <p:par>
                                <p:cTn id="22" presetID="22" presetClass="entr" presetSubtype="8"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childTnLst>
                          </p:cTn>
                        </p:par>
                        <p:par>
                          <p:cTn id="25" fill="hold">
                            <p:stCondLst>
                              <p:cond delay="1750"/>
                            </p:stCondLst>
                            <p:childTnLst>
                              <p:par>
                                <p:cTn id="26" presetID="53" presetClass="entr" presetSubtype="16"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700" fill="hold"/>
                                        <p:tgtEl>
                                          <p:spTgt spid="6"/>
                                        </p:tgtEl>
                                        <p:attrNameLst>
                                          <p:attrName>ppt_w</p:attrName>
                                        </p:attrNameLst>
                                      </p:cBhvr>
                                      <p:tavLst>
                                        <p:tav tm="0">
                                          <p:val>
                                            <p:strVal val="0"/>
                                          </p:val>
                                        </p:tav>
                                        <p:tav tm="100000">
                                          <p:val>
                                            <p:strVal val="#ppt_w"/>
                                          </p:val>
                                        </p:tav>
                                      </p:tavLst>
                                    </p:anim>
                                    <p:anim calcmode="lin" valueType="num">
                                      <p:cBhvr additive="base">
                                        <p:cTn id="29" dur="700" fill="hold"/>
                                        <p:tgtEl>
                                          <p:spTgt spid="6"/>
                                        </p:tgtEl>
                                        <p:attrNameLst>
                                          <p:attrName>ppt_h</p:attrName>
                                        </p:attrNameLst>
                                      </p:cBhvr>
                                      <p:tavLst>
                                        <p:tav tm="0">
                                          <p:val>
                                            <p:strVal val="0"/>
                                          </p:val>
                                        </p:tav>
                                        <p:tav tm="100000">
                                          <p:val>
                                            <p:strVal val="#ppt_h"/>
                                          </p:val>
                                        </p:tav>
                                      </p:tavLst>
                                    </p:anim>
                                    <p:animEffect transition="in" filter="fade">
                                      <p:cBhvr>
                                        <p:cTn id="30" dur="700"/>
                                        <p:tgtEl>
                                          <p:spTgt spid="6"/>
                                        </p:tgtEl>
                                      </p:cBhvr>
                                    </p:animEffect>
                                  </p:childTnLst>
                                </p:cTn>
                              </p:par>
                            </p:childTnLst>
                          </p:cTn>
                        </p:par>
                        <p:par>
                          <p:cTn id="31" fill="hold">
                            <p:stCondLst>
                              <p:cond delay="2255"/>
                            </p:stCondLst>
                            <p:childTnLst>
                              <p:par>
                                <p:cTn id="32" presetID="42" presetClass="entr" presetSubtype="0"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600"/>
                                        <p:tgtEl>
                                          <p:spTgt spid="7"/>
                                        </p:tgtEl>
                                      </p:cBhvr>
                                    </p:animEffect>
                                    <p:anim calcmode="lin" valueType="num">
                                      <p:cBhvr additive="base">
                                        <p:cTn id="35" dur="600" fill="hold"/>
                                        <p:tgtEl>
                                          <p:spTgt spid="7"/>
                                        </p:tgtEl>
                                        <p:attrNameLst>
                                          <p:attrName>ppt_x</p:attrName>
                                        </p:attrNameLst>
                                      </p:cBhvr>
                                      <p:tavLst>
                                        <p:tav tm="0">
                                          <p:val>
                                            <p:strVal val="#ppt_x"/>
                                          </p:val>
                                        </p:tav>
                                        <p:tav tm="100000">
                                          <p:val>
                                            <p:strVal val="#ppt_x"/>
                                          </p:val>
                                        </p:tav>
                                      </p:tavLst>
                                    </p:anim>
                                    <p:anim calcmode="lin" valueType="num">
                                      <p:cBhvr additive="base">
                                        <p:cTn id="36" dur="600" fill="hold"/>
                                        <p:tgtEl>
                                          <p:spTgt spid="7"/>
                                        </p:tgtEl>
                                        <p:attrNameLst>
                                          <p:attrName>ppt_y</p:attrName>
                                        </p:attrNameLst>
                                      </p:cBhvr>
                                      <p:tavLst>
                                        <p:tav tm="0">
                                          <p:val>
                                            <p:strVal val="#ppt_y+.1"/>
                                          </p:val>
                                        </p:tav>
                                        <p:tav tm="100000">
                                          <p:val>
                                            <p:strVal val="#ppt_y"/>
                                          </p:val>
                                        </p:tav>
                                      </p:tavLst>
                                    </p:anim>
                                  </p:childTnLst>
                                </p:cTn>
                              </p:par>
                            </p:childTnLst>
                          </p:cTn>
                        </p:par>
                        <p:par>
                          <p:cTn id="37" fill="hold">
                            <p:stCondLst>
                              <p:cond delay="2705"/>
                            </p:stCondLst>
                            <p:childTnLst>
                              <p:par>
                                <p:cTn id="38" presetID="42" presetClass="entr" presetSubtype="0" fill="hold" grpId="0"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600"/>
                                        <p:tgtEl>
                                          <p:spTgt spid="8"/>
                                        </p:tgtEl>
                                      </p:cBhvr>
                                    </p:animEffect>
                                    <p:anim calcmode="lin" valueType="num">
                                      <p:cBhvr additive="base">
                                        <p:cTn id="41" dur="600" fill="hold"/>
                                        <p:tgtEl>
                                          <p:spTgt spid="8"/>
                                        </p:tgtEl>
                                        <p:attrNameLst>
                                          <p:attrName>ppt_x</p:attrName>
                                        </p:attrNameLst>
                                      </p:cBhvr>
                                      <p:tavLst>
                                        <p:tav tm="0">
                                          <p:val>
                                            <p:strVal val="#ppt_x"/>
                                          </p:val>
                                        </p:tav>
                                        <p:tav tm="100000">
                                          <p:val>
                                            <p:strVal val="#ppt_x"/>
                                          </p:val>
                                        </p:tav>
                                      </p:tavLst>
                                    </p:anim>
                                    <p:anim calcmode="lin" valueType="num">
                                      <p:cBhvr additive="base">
                                        <p:cTn id="42" dur="6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016"/>
        </a:solidFill>
        <a:effectLst/>
      </p:bgPr>
    </p:bg>
    <p:spTree>
      <p:nvGrpSpPr>
        <p:cNvPr id="1" name=""/>
        <p:cNvGrpSpPr/>
        <p:nvPr/>
      </p:nvGrpSpPr>
      <p:grpSpPr>
        <a:xfrm>
          <a:off x="0" y="0"/>
          <a:ext cx="0" cy="0"/>
          <a:chOff x="0" y="0"/>
          <a:chExt cx="0" cy="0"/>
        </a:xfrm>
      </p:grpSpPr>
      <p:sp>
        <p:nvSpPr>
          <p:cNvPr id="2" name="a01u_185"/>
          <p:cNvSpPr txBox="1"/>
          <p:nvPr/>
        </p:nvSpPr>
        <p:spPr>
          <a:xfrm>
            <a:off x="685800" y="457200"/>
            <a:ext cx="10820095" cy="292608"/>
          </a:xfrm>
          <a:prstGeom prst="rect">
            <a:avLst/>
          </a:prstGeom>
          <a:noFill/>
          <a:ln/>
        </p:spPr>
        <p:txBody>
          <a:bodyPr wrap="square" lIns="0" tIns="0" rIns="0" bIns="0" rtlCol="0" anchor="ctr"/>
          <a:lstStyle/>
          <a:p>
            <a:pPr marL="0" indent="0">
              <a:buNone/>
            </a:pPr>
            <a:r>
              <a:rPr lang="en-US" sz="1300" b="1" kern="0" spc="300" dirty="0">
                <a:solidFill>
                  <a:srgbClr val="E59BC3"/>
                </a:solidFill>
                <a:latin typeface="Calibri" pitchFamily="34" charset="0"/>
                <a:ea typeface="Calibri" pitchFamily="34" charset="-122"/>
                <a:cs typeface="Calibri" pitchFamily="34" charset="-120"/>
              </a:rPr>
              <a:t>VEILIGHEID</a:t>
            </a:r>
            <a:endParaRPr lang="en-US" sz="1300" dirty="0"/>
          </a:p>
        </p:txBody>
      </p:sp>
      <p:sp>
        <p:nvSpPr>
          <p:cNvPr id="3" name="a01u_186"/>
          <p:cNvSpPr txBox="1"/>
          <p:nvPr/>
        </p:nvSpPr>
        <p:spPr>
          <a:xfrm>
            <a:off x="685800" y="749808"/>
            <a:ext cx="10820095" cy="731520"/>
          </a:xfrm>
          <a:prstGeom prst="rect">
            <a:avLst/>
          </a:prstGeom>
          <a:noFill/>
          <a:ln/>
        </p:spPr>
        <p:txBody>
          <a:bodyPr wrap="square" lIns="0" tIns="0" rIns="0" bIns="0" rtlCol="0" anchor="t"/>
          <a:lstStyle/>
          <a:p>
            <a:pPr marL="0" indent="0">
              <a:buNone/>
            </a:pPr>
            <a:r>
              <a:rPr lang="en-US" sz="4000" b="1" dirty="0">
                <a:solidFill>
                  <a:srgbClr val="F4EEF2"/>
                </a:solidFill>
                <a:latin typeface="Bahnschrift SemiCondensed" pitchFamily="34" charset="0"/>
                <a:ea typeface="Bahnschrift SemiCondensed" pitchFamily="34" charset="-122"/>
                <a:cs typeface="Bahnschrift SemiCondensed" pitchFamily="34" charset="-120"/>
              </a:rPr>
              <a:t>VEILIG WERKEN IS BELANGRIJK</a:t>
            </a:r>
            <a:endParaRPr lang="en-US" sz="4000" dirty="0"/>
          </a:p>
        </p:txBody>
      </p:sp>
      <p:sp>
        <p:nvSpPr>
          <p:cNvPr id="4" name="a02u_187"/>
          <p:cNvSpPr/>
          <p:nvPr/>
        </p:nvSpPr>
        <p:spPr>
          <a:xfrm>
            <a:off x="685800" y="1874520"/>
            <a:ext cx="5272888" cy="1828800"/>
          </a:xfrm>
          <a:prstGeom prst="roundRect">
            <a:avLst>
              <a:gd name="adj" fmla="val 6000"/>
            </a:avLst>
          </a:prstGeom>
          <a:solidFill>
            <a:srgbClr val="231B27"/>
          </a:solidFill>
          <a:ln w="9525">
            <a:solidFill>
              <a:srgbClr val="3A2D3D"/>
            </a:solidFill>
            <a:prstDash val="solid"/>
          </a:ln>
        </p:spPr>
        <p:txBody>
          <a:bodyPr/>
          <a:lstStyle/>
          <a:p>
            <a:endParaRPr lang="en-NL"/>
          </a:p>
        </p:txBody>
      </p:sp>
      <p:pic>
        <p:nvPicPr>
          <p:cNvPr id="5" name="a02u_188" descr="preencoded.png"/>
          <p:cNvPicPr>
            <a:picLocks noChangeAspect="1"/>
          </p:cNvPicPr>
          <p:nvPr/>
        </p:nvPicPr>
        <p:blipFill>
          <a:blip r:embed="rId3"/>
          <a:stretch>
            <a:fillRect/>
          </a:stretch>
        </p:blipFill>
        <p:spPr>
          <a:xfrm>
            <a:off x="960120" y="2148840"/>
            <a:ext cx="384048" cy="384048"/>
          </a:xfrm>
          <a:prstGeom prst="rect">
            <a:avLst/>
          </a:prstGeom>
        </p:spPr>
      </p:pic>
      <p:sp>
        <p:nvSpPr>
          <p:cNvPr id="6" name="a02u_189"/>
          <p:cNvSpPr txBox="1"/>
          <p:nvPr/>
        </p:nvSpPr>
        <p:spPr>
          <a:xfrm>
            <a:off x="960120" y="2697480"/>
            <a:ext cx="4724248" cy="36576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Prepared statements</a:t>
            </a:r>
            <a:endParaRPr lang="en-US" sz="2000" dirty="0"/>
          </a:p>
        </p:txBody>
      </p:sp>
      <p:sp>
        <p:nvSpPr>
          <p:cNvPr id="7" name="a02u_190"/>
          <p:cNvSpPr txBox="1"/>
          <p:nvPr/>
        </p:nvSpPr>
        <p:spPr>
          <a:xfrm>
            <a:off x="960120" y="3154680"/>
            <a:ext cx="4724248" cy="365760"/>
          </a:xfrm>
          <a:prstGeom prst="rect">
            <a:avLst/>
          </a:prstGeom>
          <a:noFill/>
          <a:ln/>
        </p:spPr>
        <p:txBody>
          <a:bodyPr wrap="square" lIns="0" tIns="0" rIns="0" bIns="0" rtlCol="0" anchor="t"/>
          <a:lstStyle/>
          <a:p>
            <a:pPr marL="0" indent="0">
              <a:buNone/>
            </a:pPr>
            <a:r>
              <a:rPr lang="en-US" sz="1600" dirty="0">
                <a:solidFill>
                  <a:srgbClr val="BBA9B6"/>
                </a:solidFill>
                <a:latin typeface="Calibri" pitchFamily="34" charset="0"/>
                <a:ea typeface="Calibri" pitchFamily="34" charset="-122"/>
                <a:cs typeface="Calibri" pitchFamily="34" charset="-120"/>
              </a:rPr>
              <a:t>Geen SQL-injectie in de database.</a:t>
            </a:r>
            <a:endParaRPr lang="en-US" sz="1600" dirty="0"/>
          </a:p>
        </p:txBody>
      </p:sp>
      <p:sp>
        <p:nvSpPr>
          <p:cNvPr id="8" name="a03u_191"/>
          <p:cNvSpPr/>
          <p:nvPr/>
        </p:nvSpPr>
        <p:spPr>
          <a:xfrm>
            <a:off x="6233008" y="1874520"/>
            <a:ext cx="5272888" cy="1828800"/>
          </a:xfrm>
          <a:prstGeom prst="roundRect">
            <a:avLst>
              <a:gd name="adj" fmla="val 6000"/>
            </a:avLst>
          </a:prstGeom>
          <a:solidFill>
            <a:srgbClr val="231B27"/>
          </a:solidFill>
          <a:ln w="9525">
            <a:solidFill>
              <a:srgbClr val="3A2D3D"/>
            </a:solidFill>
            <a:prstDash val="solid"/>
          </a:ln>
        </p:spPr>
        <p:txBody>
          <a:bodyPr/>
          <a:lstStyle/>
          <a:p>
            <a:endParaRPr lang="en-NL"/>
          </a:p>
        </p:txBody>
      </p:sp>
      <p:pic>
        <p:nvPicPr>
          <p:cNvPr id="9" name="a03u_192" descr="preencoded.png"/>
          <p:cNvPicPr>
            <a:picLocks noChangeAspect="1"/>
          </p:cNvPicPr>
          <p:nvPr/>
        </p:nvPicPr>
        <p:blipFill>
          <a:blip r:embed="rId4"/>
          <a:stretch>
            <a:fillRect/>
          </a:stretch>
        </p:blipFill>
        <p:spPr>
          <a:xfrm>
            <a:off x="6507328" y="2148840"/>
            <a:ext cx="384048" cy="384048"/>
          </a:xfrm>
          <a:prstGeom prst="rect">
            <a:avLst/>
          </a:prstGeom>
        </p:spPr>
      </p:pic>
      <p:sp>
        <p:nvSpPr>
          <p:cNvPr id="10" name="a03u_193"/>
          <p:cNvSpPr txBox="1"/>
          <p:nvPr/>
        </p:nvSpPr>
        <p:spPr>
          <a:xfrm>
            <a:off x="6507328" y="2697480"/>
            <a:ext cx="4724248" cy="36576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htmlspecialchars()</a:t>
            </a:r>
            <a:endParaRPr lang="en-US" sz="2000" dirty="0"/>
          </a:p>
        </p:txBody>
      </p:sp>
      <p:sp>
        <p:nvSpPr>
          <p:cNvPr id="11" name="a03u_194"/>
          <p:cNvSpPr txBox="1"/>
          <p:nvPr/>
        </p:nvSpPr>
        <p:spPr>
          <a:xfrm>
            <a:off x="6507328" y="3154680"/>
            <a:ext cx="4724248" cy="365760"/>
          </a:xfrm>
          <a:prstGeom prst="rect">
            <a:avLst/>
          </a:prstGeom>
          <a:noFill/>
          <a:ln/>
        </p:spPr>
        <p:txBody>
          <a:bodyPr wrap="square" lIns="0" tIns="0" rIns="0" bIns="0" rtlCol="0" anchor="t"/>
          <a:lstStyle/>
          <a:p>
            <a:pPr marL="0" indent="0">
              <a:buNone/>
            </a:pPr>
            <a:r>
              <a:rPr lang="en-US" sz="1600" dirty="0">
                <a:solidFill>
                  <a:srgbClr val="BBA9B6"/>
                </a:solidFill>
                <a:latin typeface="Calibri" pitchFamily="34" charset="0"/>
                <a:ea typeface="Calibri" pitchFamily="34" charset="-122"/>
                <a:cs typeface="Calibri" pitchFamily="34" charset="-120"/>
              </a:rPr>
              <a:t>Geen gevaarlijke code op de pagina.</a:t>
            </a:r>
            <a:endParaRPr lang="en-US" sz="1600" dirty="0"/>
          </a:p>
        </p:txBody>
      </p:sp>
      <p:sp>
        <p:nvSpPr>
          <p:cNvPr id="12" name="a04u_195"/>
          <p:cNvSpPr/>
          <p:nvPr/>
        </p:nvSpPr>
        <p:spPr>
          <a:xfrm>
            <a:off x="685800" y="3931920"/>
            <a:ext cx="5272888" cy="1828800"/>
          </a:xfrm>
          <a:prstGeom prst="roundRect">
            <a:avLst>
              <a:gd name="adj" fmla="val 6000"/>
            </a:avLst>
          </a:prstGeom>
          <a:solidFill>
            <a:srgbClr val="231B27"/>
          </a:solidFill>
          <a:ln w="9525">
            <a:solidFill>
              <a:srgbClr val="3A2D3D"/>
            </a:solidFill>
            <a:prstDash val="solid"/>
          </a:ln>
        </p:spPr>
        <p:txBody>
          <a:bodyPr/>
          <a:lstStyle/>
          <a:p>
            <a:endParaRPr lang="en-NL"/>
          </a:p>
        </p:txBody>
      </p:sp>
      <p:pic>
        <p:nvPicPr>
          <p:cNvPr id="13" name="a04u_196" descr="preencoded.png"/>
          <p:cNvPicPr>
            <a:picLocks noChangeAspect="1"/>
          </p:cNvPicPr>
          <p:nvPr/>
        </p:nvPicPr>
        <p:blipFill>
          <a:blip r:embed="rId5"/>
          <a:stretch>
            <a:fillRect/>
          </a:stretch>
        </p:blipFill>
        <p:spPr>
          <a:xfrm>
            <a:off x="960120" y="4206240"/>
            <a:ext cx="384048" cy="384048"/>
          </a:xfrm>
          <a:prstGeom prst="rect">
            <a:avLst/>
          </a:prstGeom>
        </p:spPr>
      </p:pic>
      <p:sp>
        <p:nvSpPr>
          <p:cNvPr id="14" name="a04u_197"/>
          <p:cNvSpPr txBox="1"/>
          <p:nvPr/>
        </p:nvSpPr>
        <p:spPr>
          <a:xfrm>
            <a:off x="960120" y="4754880"/>
            <a:ext cx="4724248" cy="36576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Input controleren</a:t>
            </a:r>
            <a:endParaRPr lang="en-US" sz="2000" dirty="0"/>
          </a:p>
        </p:txBody>
      </p:sp>
      <p:sp>
        <p:nvSpPr>
          <p:cNvPr id="15" name="a04u_198"/>
          <p:cNvSpPr txBox="1"/>
          <p:nvPr/>
        </p:nvSpPr>
        <p:spPr>
          <a:xfrm>
            <a:off x="960120" y="5212080"/>
            <a:ext cx="4724248" cy="365760"/>
          </a:xfrm>
          <a:prstGeom prst="rect">
            <a:avLst/>
          </a:prstGeom>
          <a:noFill/>
          <a:ln/>
        </p:spPr>
        <p:txBody>
          <a:bodyPr wrap="square" lIns="0" tIns="0" rIns="0" bIns="0" rtlCol="0" anchor="t"/>
          <a:lstStyle/>
          <a:p>
            <a:pPr marL="0" indent="0">
              <a:buNone/>
            </a:pPr>
            <a:r>
              <a:rPr lang="en-US" sz="1600" dirty="0">
                <a:solidFill>
                  <a:srgbClr val="BBA9B6"/>
                </a:solidFill>
                <a:latin typeface="Calibri" pitchFamily="34" charset="0"/>
                <a:ea typeface="Calibri" pitchFamily="34" charset="-122"/>
                <a:cs typeface="Calibri" pitchFamily="34" charset="-120"/>
              </a:rPr>
              <a:t>Alleen stoel A1–E8 en een geldig e-mailadres.</a:t>
            </a:r>
            <a:endParaRPr lang="en-US" sz="1600" dirty="0"/>
          </a:p>
        </p:txBody>
      </p:sp>
      <p:sp>
        <p:nvSpPr>
          <p:cNvPr id="16" name="a05u_199"/>
          <p:cNvSpPr/>
          <p:nvPr/>
        </p:nvSpPr>
        <p:spPr>
          <a:xfrm>
            <a:off x="6233008" y="3931920"/>
            <a:ext cx="5272888" cy="1828800"/>
          </a:xfrm>
          <a:prstGeom prst="roundRect">
            <a:avLst>
              <a:gd name="adj" fmla="val 6000"/>
            </a:avLst>
          </a:prstGeom>
          <a:solidFill>
            <a:srgbClr val="231B27"/>
          </a:solidFill>
          <a:ln w="9525">
            <a:solidFill>
              <a:srgbClr val="3A2D3D"/>
            </a:solidFill>
            <a:prstDash val="solid"/>
          </a:ln>
        </p:spPr>
        <p:txBody>
          <a:bodyPr/>
          <a:lstStyle/>
          <a:p>
            <a:endParaRPr lang="en-NL"/>
          </a:p>
        </p:txBody>
      </p:sp>
      <p:pic>
        <p:nvPicPr>
          <p:cNvPr id="17" name="a05u_200" descr="preencoded.png"/>
          <p:cNvPicPr>
            <a:picLocks noChangeAspect="1"/>
          </p:cNvPicPr>
          <p:nvPr/>
        </p:nvPicPr>
        <p:blipFill>
          <a:blip r:embed="rId6"/>
          <a:stretch>
            <a:fillRect/>
          </a:stretch>
        </p:blipFill>
        <p:spPr>
          <a:xfrm>
            <a:off x="6507328" y="4206240"/>
            <a:ext cx="384048" cy="384048"/>
          </a:xfrm>
          <a:prstGeom prst="rect">
            <a:avLst/>
          </a:prstGeom>
        </p:spPr>
      </p:pic>
      <p:sp>
        <p:nvSpPr>
          <p:cNvPr id="18" name="a05u_201"/>
          <p:cNvSpPr txBox="1"/>
          <p:nvPr/>
        </p:nvSpPr>
        <p:spPr>
          <a:xfrm>
            <a:off x="6507328" y="4754880"/>
            <a:ext cx="4724248" cy="365760"/>
          </a:xfrm>
          <a:prstGeom prst="rect">
            <a:avLst/>
          </a:prstGeom>
          <a:noFill/>
          <a:ln/>
        </p:spPr>
        <p:txBody>
          <a:bodyPr wrap="square" lIns="0" tIns="0" rIns="0" bIns="0" rtlCol="0" anchor="ctr"/>
          <a:lstStyle/>
          <a:p>
            <a:pPr marL="0" indent="0">
              <a:buNone/>
            </a:pPr>
            <a:r>
              <a:rPr lang="en-US" sz="2000" b="1" dirty="0">
                <a:solidFill>
                  <a:srgbClr val="F4EEF2"/>
                </a:solidFill>
                <a:latin typeface="Calibri" pitchFamily="34" charset="0"/>
                <a:ea typeface="Calibri" pitchFamily="34" charset="-122"/>
                <a:cs typeface="Calibri" pitchFamily="34" charset="-120"/>
              </a:rPr>
              <a:t>.gitignore</a:t>
            </a:r>
            <a:endParaRPr lang="en-US" sz="2000" dirty="0"/>
          </a:p>
        </p:txBody>
      </p:sp>
      <p:sp>
        <p:nvSpPr>
          <p:cNvPr id="19" name="a05u_202"/>
          <p:cNvSpPr txBox="1"/>
          <p:nvPr/>
        </p:nvSpPr>
        <p:spPr>
          <a:xfrm>
            <a:off x="6507328" y="5212080"/>
            <a:ext cx="4724248" cy="365760"/>
          </a:xfrm>
          <a:prstGeom prst="rect">
            <a:avLst/>
          </a:prstGeom>
          <a:noFill/>
          <a:ln/>
        </p:spPr>
        <p:txBody>
          <a:bodyPr wrap="square" lIns="0" tIns="0" rIns="0" bIns="0" rtlCol="0" anchor="t"/>
          <a:lstStyle/>
          <a:p>
            <a:pPr marL="0" indent="0">
              <a:buNone/>
            </a:pPr>
            <a:r>
              <a:rPr lang="en-US" sz="1600" dirty="0">
                <a:solidFill>
                  <a:srgbClr val="BBA9B6"/>
                </a:solidFill>
                <a:latin typeface="Calibri" pitchFamily="34" charset="0"/>
                <a:ea typeface="Calibri" pitchFamily="34" charset="-122"/>
                <a:cs typeface="Calibri" pitchFamily="34" charset="-120"/>
              </a:rPr>
              <a:t>Wachtwoord en API-token niet op GitHub.</a:t>
            </a:r>
            <a:endParaRPr lang="en-US" sz="1600" dirty="0"/>
          </a:p>
        </p:txBody>
      </p:sp>
      <p:sp>
        <p:nvSpPr>
          <p:cNvPr id="20" name="Text 14"/>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21" name="Text 15"/>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Ivan · 17/20</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12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additive="base">
                                        <p:cTn id="8" dur="600" fill="hold"/>
                                        <p:tgtEl>
                                          <p:spTgt spid="2"/>
                                        </p:tgtEl>
                                        <p:attrNameLst>
                                          <p:attrName>ppt_x</p:attrName>
                                        </p:attrNameLst>
                                      </p:cBhvr>
                                      <p:tavLst>
                                        <p:tav tm="0">
                                          <p:val>
                                            <p:strVal val="#ppt_x"/>
                                          </p:val>
                                        </p:tav>
                                        <p:tav tm="100000">
                                          <p:val>
                                            <p:strVal val="#ppt_x"/>
                                          </p:val>
                                        </p:tav>
                                      </p:tavLst>
                                    </p:anim>
                                    <p:anim calcmode="lin" valueType="num">
                                      <p:cBhvr additive="base">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850"/>
                            </p:stCondLst>
                            <p:childTnLst>
                              <p:par>
                                <p:cTn id="16" presetID="42"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ppt_x</p:attrName>
                                        </p:attrNameLst>
                                      </p:cBhvr>
                                      <p:tavLst>
                                        <p:tav tm="0">
                                          <p:val>
                                            <p:strVal val="#ppt_x"/>
                                          </p:val>
                                        </p:tav>
                                        <p:tav tm="100000">
                                          <p:val>
                                            <p:strVal val="#ppt_x"/>
                                          </p:val>
                                        </p:tav>
                                      </p:tavLst>
                                    </p:anim>
                                    <p:anim calcmode="lin" valueType="num">
                                      <p:cBhvr additive="base">
                                        <p:cTn id="20" dur="600" fill="hold"/>
                                        <p:tgtEl>
                                          <p:spTgt spid="4"/>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600"/>
                                        <p:tgtEl>
                                          <p:spTgt spid="5"/>
                                        </p:tgtEl>
                                      </p:cBhvr>
                                    </p:animEffect>
                                    <p:anim calcmode="lin" valueType="num">
                                      <p:cBhvr additive="base">
                                        <p:cTn id="24" dur="600" fill="hold"/>
                                        <p:tgtEl>
                                          <p:spTgt spid="5"/>
                                        </p:tgtEl>
                                        <p:attrNameLst>
                                          <p:attrName>ppt_x</p:attrName>
                                        </p:attrNameLst>
                                      </p:cBhvr>
                                      <p:tavLst>
                                        <p:tav tm="0">
                                          <p:val>
                                            <p:strVal val="#ppt_x"/>
                                          </p:val>
                                        </p:tav>
                                        <p:tav tm="100000">
                                          <p:val>
                                            <p:strVal val="#ppt_x"/>
                                          </p:val>
                                        </p:tav>
                                      </p:tavLst>
                                    </p:anim>
                                    <p:anim calcmode="lin" valueType="num">
                                      <p:cBhvr additive="base">
                                        <p:cTn id="25" dur="600" fill="hold"/>
                                        <p:tgtEl>
                                          <p:spTgt spid="5"/>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additive="base">
                                        <p:cTn id="29" dur="600" fill="hold"/>
                                        <p:tgtEl>
                                          <p:spTgt spid="6"/>
                                        </p:tgtEl>
                                        <p:attrNameLst>
                                          <p:attrName>ppt_x</p:attrName>
                                        </p:attrNameLst>
                                      </p:cBhvr>
                                      <p:tavLst>
                                        <p:tav tm="0">
                                          <p:val>
                                            <p:strVal val="#ppt_x"/>
                                          </p:val>
                                        </p:tav>
                                        <p:tav tm="100000">
                                          <p:val>
                                            <p:strVal val="#ppt_x"/>
                                          </p:val>
                                        </p:tav>
                                      </p:tavLst>
                                    </p:anim>
                                    <p:anim calcmode="lin" valueType="num">
                                      <p:cBhvr additive="base">
                                        <p:cTn id="30" dur="600" fill="hold"/>
                                        <p:tgtEl>
                                          <p:spTgt spid="6"/>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600"/>
                                        <p:tgtEl>
                                          <p:spTgt spid="7"/>
                                        </p:tgtEl>
                                      </p:cBhvr>
                                    </p:animEffect>
                                    <p:anim calcmode="lin" valueType="num">
                                      <p:cBhvr additive="base">
                                        <p:cTn id="34" dur="600" fill="hold"/>
                                        <p:tgtEl>
                                          <p:spTgt spid="7"/>
                                        </p:tgtEl>
                                        <p:attrNameLst>
                                          <p:attrName>ppt_x</p:attrName>
                                        </p:attrNameLst>
                                      </p:cBhvr>
                                      <p:tavLst>
                                        <p:tav tm="0">
                                          <p:val>
                                            <p:strVal val="#ppt_x"/>
                                          </p:val>
                                        </p:tav>
                                        <p:tav tm="100000">
                                          <p:val>
                                            <p:strVal val="#ppt_x"/>
                                          </p:val>
                                        </p:tav>
                                      </p:tavLst>
                                    </p:anim>
                                    <p:anim calcmode="lin" valueType="num">
                                      <p:cBhvr additive="base">
                                        <p:cTn id="35" dur="600" fill="hold"/>
                                        <p:tgtEl>
                                          <p:spTgt spid="7"/>
                                        </p:tgtEl>
                                        <p:attrNameLst>
                                          <p:attrName>ppt_y</p:attrName>
                                        </p:attrNameLst>
                                      </p:cBhvr>
                                      <p:tavLst>
                                        <p:tav tm="0">
                                          <p:val>
                                            <p:strVal val="#ppt_y+.1"/>
                                          </p:val>
                                        </p:tav>
                                        <p:tav tm="100000">
                                          <p:val>
                                            <p:strVal val="#ppt_y"/>
                                          </p:val>
                                        </p:tav>
                                      </p:tavLst>
                                    </p:anim>
                                  </p:childTnLst>
                                </p:cTn>
                              </p:par>
                            </p:childTnLst>
                          </p:cTn>
                        </p:par>
                        <p:par>
                          <p:cTn id="36" fill="hold">
                            <p:stCondLst>
                              <p:cond delay="1300"/>
                            </p:stCondLst>
                            <p:childTnLst>
                              <p:par>
                                <p:cTn id="37" presetID="42" presetClass="entr" presetSubtype="0" fill="hold"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600"/>
                                        <p:tgtEl>
                                          <p:spTgt spid="8"/>
                                        </p:tgtEl>
                                      </p:cBhvr>
                                    </p:animEffect>
                                    <p:anim calcmode="lin" valueType="num">
                                      <p:cBhvr additive="base">
                                        <p:cTn id="40" dur="600" fill="hold"/>
                                        <p:tgtEl>
                                          <p:spTgt spid="8"/>
                                        </p:tgtEl>
                                        <p:attrNameLst>
                                          <p:attrName>ppt_x</p:attrName>
                                        </p:attrNameLst>
                                      </p:cBhvr>
                                      <p:tavLst>
                                        <p:tav tm="0">
                                          <p:val>
                                            <p:strVal val="#ppt_x"/>
                                          </p:val>
                                        </p:tav>
                                        <p:tav tm="100000">
                                          <p:val>
                                            <p:strVal val="#ppt_x"/>
                                          </p:val>
                                        </p:tav>
                                      </p:tavLst>
                                    </p:anim>
                                    <p:anim calcmode="lin" valueType="num">
                                      <p:cBhvr additive="base">
                                        <p:cTn id="41" dur="600" fill="hold"/>
                                        <p:tgtEl>
                                          <p:spTgt spid="8"/>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600"/>
                                        <p:tgtEl>
                                          <p:spTgt spid="9"/>
                                        </p:tgtEl>
                                      </p:cBhvr>
                                    </p:animEffect>
                                    <p:anim calcmode="lin" valueType="num">
                                      <p:cBhvr additive="base">
                                        <p:cTn id="45" dur="600" fill="hold"/>
                                        <p:tgtEl>
                                          <p:spTgt spid="9"/>
                                        </p:tgtEl>
                                        <p:attrNameLst>
                                          <p:attrName>ppt_x</p:attrName>
                                        </p:attrNameLst>
                                      </p:cBhvr>
                                      <p:tavLst>
                                        <p:tav tm="0">
                                          <p:val>
                                            <p:strVal val="#ppt_x"/>
                                          </p:val>
                                        </p:tav>
                                        <p:tav tm="100000">
                                          <p:val>
                                            <p:strVal val="#ppt_x"/>
                                          </p:val>
                                        </p:tav>
                                      </p:tavLst>
                                    </p:anim>
                                    <p:anim calcmode="lin" valueType="num">
                                      <p:cBhvr additive="base">
                                        <p:cTn id="46" dur="600" fill="hold"/>
                                        <p:tgtEl>
                                          <p:spTgt spid="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600"/>
                                        <p:tgtEl>
                                          <p:spTgt spid="10"/>
                                        </p:tgtEl>
                                      </p:cBhvr>
                                    </p:animEffect>
                                    <p:anim calcmode="lin" valueType="num">
                                      <p:cBhvr additive="base">
                                        <p:cTn id="50" dur="600" fill="hold"/>
                                        <p:tgtEl>
                                          <p:spTgt spid="10"/>
                                        </p:tgtEl>
                                        <p:attrNameLst>
                                          <p:attrName>ppt_x</p:attrName>
                                        </p:attrNameLst>
                                      </p:cBhvr>
                                      <p:tavLst>
                                        <p:tav tm="0">
                                          <p:val>
                                            <p:strVal val="#ppt_x"/>
                                          </p:val>
                                        </p:tav>
                                        <p:tav tm="100000">
                                          <p:val>
                                            <p:strVal val="#ppt_x"/>
                                          </p:val>
                                        </p:tav>
                                      </p:tavLst>
                                    </p:anim>
                                    <p:anim calcmode="lin" valueType="num">
                                      <p:cBhvr additive="base">
                                        <p:cTn id="51" dur="600" fill="hold"/>
                                        <p:tgtEl>
                                          <p:spTgt spid="10"/>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600"/>
                                        <p:tgtEl>
                                          <p:spTgt spid="11"/>
                                        </p:tgtEl>
                                      </p:cBhvr>
                                    </p:animEffect>
                                    <p:anim calcmode="lin" valueType="num">
                                      <p:cBhvr additive="base">
                                        <p:cTn id="55" dur="600" fill="hold"/>
                                        <p:tgtEl>
                                          <p:spTgt spid="11"/>
                                        </p:tgtEl>
                                        <p:attrNameLst>
                                          <p:attrName>ppt_x</p:attrName>
                                        </p:attrNameLst>
                                      </p:cBhvr>
                                      <p:tavLst>
                                        <p:tav tm="0">
                                          <p:val>
                                            <p:strVal val="#ppt_x"/>
                                          </p:val>
                                        </p:tav>
                                        <p:tav tm="100000">
                                          <p:val>
                                            <p:strVal val="#ppt_x"/>
                                          </p:val>
                                        </p:tav>
                                      </p:tavLst>
                                    </p:anim>
                                    <p:anim calcmode="lin" valueType="num">
                                      <p:cBhvr additive="base">
                                        <p:cTn id="56" dur="600" fill="hold"/>
                                        <p:tgtEl>
                                          <p:spTgt spid="11"/>
                                        </p:tgtEl>
                                        <p:attrNameLst>
                                          <p:attrName>ppt_y</p:attrName>
                                        </p:attrNameLst>
                                      </p:cBhvr>
                                      <p:tavLst>
                                        <p:tav tm="0">
                                          <p:val>
                                            <p:strVal val="#ppt_y+.1"/>
                                          </p:val>
                                        </p:tav>
                                        <p:tav tm="100000">
                                          <p:val>
                                            <p:strVal val="#ppt_y"/>
                                          </p:val>
                                        </p:tav>
                                      </p:tavLst>
                                    </p:anim>
                                  </p:childTnLst>
                                </p:cTn>
                              </p:par>
                            </p:childTnLst>
                          </p:cTn>
                        </p:par>
                        <p:par>
                          <p:cTn id="57" fill="hold">
                            <p:stCondLst>
                              <p:cond delay="1750"/>
                            </p:stCondLst>
                            <p:childTnLst>
                              <p:par>
                                <p:cTn id="58" presetID="42" presetClass="entr" presetSubtype="0" fill="hold" nodeType="after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600"/>
                                        <p:tgtEl>
                                          <p:spTgt spid="12"/>
                                        </p:tgtEl>
                                      </p:cBhvr>
                                    </p:animEffect>
                                    <p:anim calcmode="lin" valueType="num">
                                      <p:cBhvr additive="base">
                                        <p:cTn id="61" dur="600" fill="hold"/>
                                        <p:tgtEl>
                                          <p:spTgt spid="12"/>
                                        </p:tgtEl>
                                        <p:attrNameLst>
                                          <p:attrName>ppt_x</p:attrName>
                                        </p:attrNameLst>
                                      </p:cBhvr>
                                      <p:tavLst>
                                        <p:tav tm="0">
                                          <p:val>
                                            <p:strVal val="#ppt_x"/>
                                          </p:val>
                                        </p:tav>
                                        <p:tav tm="100000">
                                          <p:val>
                                            <p:strVal val="#ppt_x"/>
                                          </p:val>
                                        </p:tav>
                                      </p:tavLst>
                                    </p:anim>
                                    <p:anim calcmode="lin" valueType="num">
                                      <p:cBhvr additive="base">
                                        <p:cTn id="62" dur="600" fill="hold"/>
                                        <p:tgtEl>
                                          <p:spTgt spid="12"/>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600"/>
                                        <p:tgtEl>
                                          <p:spTgt spid="13"/>
                                        </p:tgtEl>
                                      </p:cBhvr>
                                    </p:animEffect>
                                    <p:anim calcmode="lin" valueType="num">
                                      <p:cBhvr additive="base">
                                        <p:cTn id="66" dur="600" fill="hold"/>
                                        <p:tgtEl>
                                          <p:spTgt spid="13"/>
                                        </p:tgtEl>
                                        <p:attrNameLst>
                                          <p:attrName>ppt_x</p:attrName>
                                        </p:attrNameLst>
                                      </p:cBhvr>
                                      <p:tavLst>
                                        <p:tav tm="0">
                                          <p:val>
                                            <p:strVal val="#ppt_x"/>
                                          </p:val>
                                        </p:tav>
                                        <p:tav tm="100000">
                                          <p:val>
                                            <p:strVal val="#ppt_x"/>
                                          </p:val>
                                        </p:tav>
                                      </p:tavLst>
                                    </p:anim>
                                    <p:anim calcmode="lin" valueType="num">
                                      <p:cBhvr additive="base">
                                        <p:cTn id="67" dur="600" fill="hold"/>
                                        <p:tgtEl>
                                          <p:spTgt spid="13"/>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600"/>
                                        <p:tgtEl>
                                          <p:spTgt spid="14"/>
                                        </p:tgtEl>
                                      </p:cBhvr>
                                    </p:animEffect>
                                    <p:anim calcmode="lin" valueType="num">
                                      <p:cBhvr additive="base">
                                        <p:cTn id="71" dur="600" fill="hold"/>
                                        <p:tgtEl>
                                          <p:spTgt spid="14"/>
                                        </p:tgtEl>
                                        <p:attrNameLst>
                                          <p:attrName>ppt_x</p:attrName>
                                        </p:attrNameLst>
                                      </p:cBhvr>
                                      <p:tavLst>
                                        <p:tav tm="0">
                                          <p:val>
                                            <p:strVal val="#ppt_x"/>
                                          </p:val>
                                        </p:tav>
                                        <p:tav tm="100000">
                                          <p:val>
                                            <p:strVal val="#ppt_x"/>
                                          </p:val>
                                        </p:tav>
                                      </p:tavLst>
                                    </p:anim>
                                    <p:anim calcmode="lin" valueType="num">
                                      <p:cBhvr additive="base">
                                        <p:cTn id="72" dur="600" fill="hold"/>
                                        <p:tgtEl>
                                          <p:spTgt spid="14"/>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fade">
                                      <p:cBhvr>
                                        <p:cTn id="75" dur="600"/>
                                        <p:tgtEl>
                                          <p:spTgt spid="15"/>
                                        </p:tgtEl>
                                      </p:cBhvr>
                                    </p:animEffect>
                                    <p:anim calcmode="lin" valueType="num">
                                      <p:cBhvr additive="base">
                                        <p:cTn id="76" dur="600" fill="hold"/>
                                        <p:tgtEl>
                                          <p:spTgt spid="15"/>
                                        </p:tgtEl>
                                        <p:attrNameLst>
                                          <p:attrName>ppt_x</p:attrName>
                                        </p:attrNameLst>
                                      </p:cBhvr>
                                      <p:tavLst>
                                        <p:tav tm="0">
                                          <p:val>
                                            <p:strVal val="#ppt_x"/>
                                          </p:val>
                                        </p:tav>
                                        <p:tav tm="100000">
                                          <p:val>
                                            <p:strVal val="#ppt_x"/>
                                          </p:val>
                                        </p:tav>
                                      </p:tavLst>
                                    </p:anim>
                                    <p:anim calcmode="lin" valueType="num">
                                      <p:cBhvr additive="base">
                                        <p:cTn id="77" dur="600" fill="hold"/>
                                        <p:tgtEl>
                                          <p:spTgt spid="15"/>
                                        </p:tgtEl>
                                        <p:attrNameLst>
                                          <p:attrName>ppt_y</p:attrName>
                                        </p:attrNameLst>
                                      </p:cBhvr>
                                      <p:tavLst>
                                        <p:tav tm="0">
                                          <p:val>
                                            <p:strVal val="#ppt_y+.1"/>
                                          </p:val>
                                        </p:tav>
                                        <p:tav tm="100000">
                                          <p:val>
                                            <p:strVal val="#ppt_y"/>
                                          </p:val>
                                        </p:tav>
                                      </p:tavLst>
                                    </p:anim>
                                  </p:childTnLst>
                                </p:cTn>
                              </p:par>
                            </p:childTnLst>
                          </p:cTn>
                        </p:par>
                        <p:par>
                          <p:cTn id="78" fill="hold">
                            <p:stCondLst>
                              <p:cond delay="2200"/>
                            </p:stCondLst>
                            <p:childTnLst>
                              <p:par>
                                <p:cTn id="79" presetID="42" presetClass="entr" presetSubtype="0" fill="hold" nodeType="after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600"/>
                                        <p:tgtEl>
                                          <p:spTgt spid="16"/>
                                        </p:tgtEl>
                                      </p:cBhvr>
                                    </p:animEffect>
                                    <p:anim calcmode="lin" valueType="num">
                                      <p:cBhvr additive="base">
                                        <p:cTn id="82" dur="600" fill="hold"/>
                                        <p:tgtEl>
                                          <p:spTgt spid="16"/>
                                        </p:tgtEl>
                                        <p:attrNameLst>
                                          <p:attrName>ppt_x</p:attrName>
                                        </p:attrNameLst>
                                      </p:cBhvr>
                                      <p:tavLst>
                                        <p:tav tm="0">
                                          <p:val>
                                            <p:strVal val="#ppt_x"/>
                                          </p:val>
                                        </p:tav>
                                        <p:tav tm="100000">
                                          <p:val>
                                            <p:strVal val="#ppt_x"/>
                                          </p:val>
                                        </p:tav>
                                      </p:tavLst>
                                    </p:anim>
                                    <p:anim calcmode="lin" valueType="num">
                                      <p:cBhvr additive="base">
                                        <p:cTn id="83" dur="600" fill="hold"/>
                                        <p:tgtEl>
                                          <p:spTgt spid="16"/>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fade">
                                      <p:cBhvr>
                                        <p:cTn id="86" dur="600"/>
                                        <p:tgtEl>
                                          <p:spTgt spid="17"/>
                                        </p:tgtEl>
                                      </p:cBhvr>
                                    </p:animEffect>
                                    <p:anim calcmode="lin" valueType="num">
                                      <p:cBhvr additive="base">
                                        <p:cTn id="87" dur="600" fill="hold"/>
                                        <p:tgtEl>
                                          <p:spTgt spid="17"/>
                                        </p:tgtEl>
                                        <p:attrNameLst>
                                          <p:attrName>ppt_x</p:attrName>
                                        </p:attrNameLst>
                                      </p:cBhvr>
                                      <p:tavLst>
                                        <p:tav tm="0">
                                          <p:val>
                                            <p:strVal val="#ppt_x"/>
                                          </p:val>
                                        </p:tav>
                                        <p:tav tm="100000">
                                          <p:val>
                                            <p:strVal val="#ppt_x"/>
                                          </p:val>
                                        </p:tav>
                                      </p:tavLst>
                                    </p:anim>
                                    <p:anim calcmode="lin" valueType="num">
                                      <p:cBhvr additive="base">
                                        <p:cTn id="88" dur="600" fill="hold"/>
                                        <p:tgtEl>
                                          <p:spTgt spid="17"/>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600"/>
                                        <p:tgtEl>
                                          <p:spTgt spid="18"/>
                                        </p:tgtEl>
                                      </p:cBhvr>
                                    </p:animEffect>
                                    <p:anim calcmode="lin" valueType="num">
                                      <p:cBhvr additive="base">
                                        <p:cTn id="92" dur="600" fill="hold"/>
                                        <p:tgtEl>
                                          <p:spTgt spid="18"/>
                                        </p:tgtEl>
                                        <p:attrNameLst>
                                          <p:attrName>ppt_x</p:attrName>
                                        </p:attrNameLst>
                                      </p:cBhvr>
                                      <p:tavLst>
                                        <p:tav tm="0">
                                          <p:val>
                                            <p:strVal val="#ppt_x"/>
                                          </p:val>
                                        </p:tav>
                                        <p:tav tm="100000">
                                          <p:val>
                                            <p:strVal val="#ppt_x"/>
                                          </p:val>
                                        </p:tav>
                                      </p:tavLst>
                                    </p:anim>
                                    <p:anim calcmode="lin" valueType="num">
                                      <p:cBhvr additive="base">
                                        <p:cTn id="93" dur="600" fill="hold"/>
                                        <p:tgtEl>
                                          <p:spTgt spid="18"/>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600"/>
                                        <p:tgtEl>
                                          <p:spTgt spid="19"/>
                                        </p:tgtEl>
                                      </p:cBhvr>
                                    </p:animEffect>
                                    <p:anim calcmode="lin" valueType="num">
                                      <p:cBhvr additive="base">
                                        <p:cTn id="97" dur="600" fill="hold"/>
                                        <p:tgtEl>
                                          <p:spTgt spid="19"/>
                                        </p:tgtEl>
                                        <p:attrNameLst>
                                          <p:attrName>ppt_x</p:attrName>
                                        </p:attrNameLst>
                                      </p:cBhvr>
                                      <p:tavLst>
                                        <p:tav tm="0">
                                          <p:val>
                                            <p:strVal val="#ppt_x"/>
                                          </p:val>
                                        </p:tav>
                                        <p:tav tm="100000">
                                          <p:val>
                                            <p:strVal val="#ppt_x"/>
                                          </p:val>
                                        </p:tav>
                                      </p:tavLst>
                                    </p:anim>
                                    <p:anim calcmode="lin" valueType="num">
                                      <p:cBhvr additive="base">
                                        <p:cTn id="98" dur="6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10" grpId="0" animBg="1"/>
      <p:bldP spid="11" grpId="0" animBg="1"/>
      <p:bldP spid="14" grpId="0" animBg="1"/>
      <p:bldP spid="15" grpId="0" animBg="1"/>
      <p:bldP spid="18"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67294C"/>
        </a:solidFill>
        <a:effectLst/>
      </p:bgPr>
    </p:bg>
    <p:spTree>
      <p:nvGrpSpPr>
        <p:cNvPr id="1" name=""/>
        <p:cNvGrpSpPr/>
        <p:nvPr/>
      </p:nvGrpSpPr>
      <p:grpSpPr>
        <a:xfrm>
          <a:off x="0" y="0"/>
          <a:ext cx="0" cy="0"/>
          <a:chOff x="0" y="0"/>
          <a:chExt cx="0" cy="0"/>
        </a:xfrm>
      </p:grpSpPr>
      <p:pic>
        <p:nvPicPr>
          <p:cNvPr id="2" name="Image 0" descr="a/bg-slider.jpg"/>
          <p:cNvPicPr>
            <a:picLocks noChangeAspect="1"/>
          </p:cNvPicPr>
          <p:nvPr/>
        </p:nvPicPr>
        <p:blipFill>
          <a:blip r:embed="rId3"/>
          <a:stretch>
            <a:fillRect/>
          </a:stretch>
        </p:blipFill>
        <p:spPr>
          <a:xfrm>
            <a:off x="0" y="0"/>
            <a:ext cx="12191695" cy="6858000"/>
          </a:xfrm>
          <a:prstGeom prst="rect">
            <a:avLst/>
          </a:prstGeom>
        </p:spPr>
      </p:pic>
      <p:pic>
        <p:nvPicPr>
          <p:cNvPr id="3" name="Image 1" descr="a/scrim-plum.png"/>
          <p:cNvPicPr>
            <a:picLocks noChangeAspect="1"/>
          </p:cNvPicPr>
          <p:nvPr/>
        </p:nvPicPr>
        <p:blipFill>
          <a:blip r:embed="rId4"/>
          <a:stretch>
            <a:fillRect/>
          </a:stretch>
        </p:blipFill>
        <p:spPr>
          <a:xfrm>
            <a:off x="0" y="0"/>
            <a:ext cx="12191695" cy="6858000"/>
          </a:xfrm>
          <a:prstGeom prst="rect">
            <a:avLst/>
          </a:prstGeom>
        </p:spPr>
      </p:pic>
      <p:sp>
        <p:nvSpPr>
          <p:cNvPr id="4" name="a01u_203"/>
          <p:cNvSpPr txBox="1"/>
          <p:nvPr/>
        </p:nvSpPr>
        <p:spPr>
          <a:xfrm>
            <a:off x="685800" y="1371600"/>
            <a:ext cx="5486400" cy="365760"/>
          </a:xfrm>
          <a:prstGeom prst="rect">
            <a:avLst/>
          </a:prstGeom>
          <a:noFill/>
          <a:ln/>
        </p:spPr>
        <p:txBody>
          <a:bodyPr wrap="square" lIns="0" tIns="0" rIns="0" bIns="0" rtlCol="0" anchor="ctr"/>
          <a:lstStyle/>
          <a:p>
            <a:pPr marL="0" indent="0">
              <a:buNone/>
            </a:pPr>
            <a:r>
              <a:rPr lang="en-US" sz="1600" b="1" kern="0" spc="400" dirty="0">
                <a:solidFill>
                  <a:srgbClr val="E59BC3"/>
                </a:solidFill>
                <a:latin typeface="Calibri" pitchFamily="34" charset="0"/>
                <a:ea typeface="Calibri" pitchFamily="34" charset="-122"/>
                <a:cs typeface="Calibri" pitchFamily="34" charset="-120"/>
              </a:rPr>
              <a:t>NU LIVE</a:t>
            </a:r>
            <a:endParaRPr lang="en-US" sz="1600" dirty="0"/>
          </a:p>
        </p:txBody>
      </p:sp>
      <p:sp>
        <p:nvSpPr>
          <p:cNvPr id="5" name="a02z_204"/>
          <p:cNvSpPr txBox="1"/>
          <p:nvPr/>
        </p:nvSpPr>
        <p:spPr>
          <a:xfrm>
            <a:off x="685800" y="1737360"/>
            <a:ext cx="7315200" cy="1645920"/>
          </a:xfrm>
          <a:prstGeom prst="rect">
            <a:avLst/>
          </a:prstGeom>
          <a:noFill/>
          <a:ln/>
        </p:spPr>
        <p:txBody>
          <a:bodyPr wrap="square" lIns="0" tIns="0" rIns="0" bIns="0" rtlCol="0" anchor="ctr"/>
          <a:lstStyle/>
          <a:p>
            <a:pPr marL="0" indent="0">
              <a:buNone/>
            </a:pPr>
            <a:r>
              <a:rPr lang="en-US" sz="12000" b="1" dirty="0">
                <a:solidFill>
                  <a:srgbClr val="F4EEF2"/>
                </a:solidFill>
                <a:latin typeface="Bahnschrift SemiCondensed" pitchFamily="34" charset="0"/>
                <a:ea typeface="Bahnschrift SemiCondensed" pitchFamily="34" charset="-122"/>
                <a:cs typeface="Bahnschrift SemiCondensed" pitchFamily="34" charset="-120"/>
              </a:rPr>
              <a:t>DEMO</a:t>
            </a:r>
            <a:endParaRPr lang="en-US" sz="12000" dirty="0"/>
          </a:p>
        </p:txBody>
      </p:sp>
      <p:sp>
        <p:nvSpPr>
          <p:cNvPr id="6" name="a03u_205"/>
          <p:cNvSpPr/>
          <p:nvPr/>
        </p:nvSpPr>
        <p:spPr>
          <a:xfrm>
            <a:off x="685800" y="3749040"/>
            <a:ext cx="1659636" cy="548640"/>
          </a:xfrm>
          <a:prstGeom prst="roundRect">
            <a:avLst>
              <a:gd name="adj" fmla="val 50000"/>
            </a:avLst>
          </a:prstGeom>
          <a:solidFill>
            <a:srgbClr val="141016">
              <a:alpha val="55000"/>
            </a:srgbClr>
          </a:solidFill>
          <a:ln w="9525">
            <a:solidFill>
              <a:srgbClr val="E9CFDD"/>
            </a:solidFill>
            <a:prstDash val="solid"/>
          </a:ln>
        </p:spPr>
        <p:txBody>
          <a:bodyPr/>
          <a:lstStyle/>
          <a:p>
            <a:endParaRPr lang="en-NL"/>
          </a:p>
        </p:txBody>
      </p:sp>
      <p:sp>
        <p:nvSpPr>
          <p:cNvPr id="7" name="a03u_206"/>
          <p:cNvSpPr txBox="1"/>
          <p:nvPr/>
        </p:nvSpPr>
        <p:spPr>
          <a:xfrm>
            <a:off x="685800" y="3749040"/>
            <a:ext cx="1659636" cy="548640"/>
          </a:xfrm>
          <a:prstGeom prst="rect">
            <a:avLst/>
          </a:prstGeom>
          <a:noFill/>
          <a:ln/>
        </p:spPr>
        <p:txBody>
          <a:bodyPr wrap="square" lIns="0" tIns="0" rIns="0" bIns="0" rtlCol="0" anchor="ctr"/>
          <a:lstStyle/>
          <a:p>
            <a:pPr marL="0" indent="0" algn="ctr">
              <a:buNone/>
            </a:pPr>
            <a:r>
              <a:rPr lang="en-US" sz="1600" b="1" dirty="0">
                <a:solidFill>
                  <a:srgbClr val="F4EEF2"/>
                </a:solidFill>
                <a:latin typeface="Calibri" pitchFamily="34" charset="0"/>
                <a:ea typeface="Calibri" pitchFamily="34" charset="-122"/>
                <a:cs typeface="Calibri" pitchFamily="34" charset="-120"/>
              </a:rPr>
              <a:t>1. Film kiezen</a:t>
            </a:r>
            <a:endParaRPr lang="en-US" sz="1600" dirty="0"/>
          </a:p>
        </p:txBody>
      </p:sp>
      <p:sp>
        <p:nvSpPr>
          <p:cNvPr id="8" name="a04u_207"/>
          <p:cNvSpPr/>
          <p:nvPr/>
        </p:nvSpPr>
        <p:spPr>
          <a:xfrm>
            <a:off x="2528316" y="3749040"/>
            <a:ext cx="1659636" cy="548640"/>
          </a:xfrm>
          <a:prstGeom prst="roundRect">
            <a:avLst>
              <a:gd name="adj" fmla="val 50000"/>
            </a:avLst>
          </a:prstGeom>
          <a:solidFill>
            <a:srgbClr val="141016">
              <a:alpha val="55000"/>
            </a:srgbClr>
          </a:solidFill>
          <a:ln w="9525">
            <a:solidFill>
              <a:srgbClr val="E9CFDD"/>
            </a:solidFill>
            <a:prstDash val="solid"/>
          </a:ln>
        </p:spPr>
        <p:txBody>
          <a:bodyPr/>
          <a:lstStyle/>
          <a:p>
            <a:endParaRPr lang="en-NL"/>
          </a:p>
        </p:txBody>
      </p:sp>
      <p:sp>
        <p:nvSpPr>
          <p:cNvPr id="9" name="a04u_208"/>
          <p:cNvSpPr txBox="1"/>
          <p:nvPr/>
        </p:nvSpPr>
        <p:spPr>
          <a:xfrm>
            <a:off x="2528316" y="3749040"/>
            <a:ext cx="1659636" cy="548640"/>
          </a:xfrm>
          <a:prstGeom prst="rect">
            <a:avLst/>
          </a:prstGeom>
          <a:noFill/>
          <a:ln/>
        </p:spPr>
        <p:txBody>
          <a:bodyPr wrap="square" lIns="0" tIns="0" rIns="0" bIns="0" rtlCol="0" anchor="ctr"/>
          <a:lstStyle/>
          <a:p>
            <a:pPr marL="0" indent="0" algn="ctr">
              <a:buNone/>
            </a:pPr>
            <a:r>
              <a:rPr lang="en-US" sz="1600" b="1" dirty="0">
                <a:solidFill>
                  <a:srgbClr val="F4EEF2"/>
                </a:solidFill>
                <a:latin typeface="Calibri" pitchFamily="34" charset="0"/>
                <a:ea typeface="Calibri" pitchFamily="34" charset="-122"/>
                <a:cs typeface="Calibri" pitchFamily="34" charset="-120"/>
              </a:rPr>
              <a:t>2. Tijd kiezen</a:t>
            </a:r>
            <a:endParaRPr lang="en-US" sz="1600" dirty="0"/>
          </a:p>
        </p:txBody>
      </p:sp>
      <p:sp>
        <p:nvSpPr>
          <p:cNvPr id="10" name="a05u_209"/>
          <p:cNvSpPr/>
          <p:nvPr/>
        </p:nvSpPr>
        <p:spPr>
          <a:xfrm>
            <a:off x="4370832" y="3749040"/>
            <a:ext cx="1764792" cy="548640"/>
          </a:xfrm>
          <a:prstGeom prst="roundRect">
            <a:avLst>
              <a:gd name="adj" fmla="val 50000"/>
            </a:avLst>
          </a:prstGeom>
          <a:solidFill>
            <a:srgbClr val="141016">
              <a:alpha val="55000"/>
            </a:srgbClr>
          </a:solidFill>
          <a:ln w="9525">
            <a:solidFill>
              <a:srgbClr val="E9CFDD"/>
            </a:solidFill>
            <a:prstDash val="solid"/>
          </a:ln>
        </p:spPr>
        <p:txBody>
          <a:bodyPr/>
          <a:lstStyle/>
          <a:p>
            <a:endParaRPr lang="en-NL"/>
          </a:p>
        </p:txBody>
      </p:sp>
      <p:sp>
        <p:nvSpPr>
          <p:cNvPr id="11" name="a05u_210"/>
          <p:cNvSpPr txBox="1"/>
          <p:nvPr/>
        </p:nvSpPr>
        <p:spPr>
          <a:xfrm>
            <a:off x="4370832" y="3749040"/>
            <a:ext cx="1764792" cy="548640"/>
          </a:xfrm>
          <a:prstGeom prst="rect">
            <a:avLst/>
          </a:prstGeom>
          <a:noFill/>
          <a:ln/>
        </p:spPr>
        <p:txBody>
          <a:bodyPr wrap="square" lIns="0" tIns="0" rIns="0" bIns="0" rtlCol="0" anchor="ctr"/>
          <a:lstStyle/>
          <a:p>
            <a:pPr marL="0" indent="0" algn="ctr">
              <a:buNone/>
            </a:pPr>
            <a:r>
              <a:rPr lang="en-US" sz="1600" b="1" dirty="0">
                <a:solidFill>
                  <a:srgbClr val="F4EEF2"/>
                </a:solidFill>
                <a:latin typeface="Calibri" pitchFamily="34" charset="0"/>
                <a:ea typeface="Calibri" pitchFamily="34" charset="-122"/>
                <a:cs typeface="Calibri" pitchFamily="34" charset="-120"/>
              </a:rPr>
              <a:t>3. Stoel kiezen</a:t>
            </a:r>
            <a:endParaRPr lang="en-US" sz="1600" dirty="0"/>
          </a:p>
        </p:txBody>
      </p:sp>
      <p:sp>
        <p:nvSpPr>
          <p:cNvPr id="12" name="a06u_211"/>
          <p:cNvSpPr/>
          <p:nvPr/>
        </p:nvSpPr>
        <p:spPr>
          <a:xfrm>
            <a:off x="6318504" y="3749040"/>
            <a:ext cx="1554480" cy="548640"/>
          </a:xfrm>
          <a:prstGeom prst="roundRect">
            <a:avLst>
              <a:gd name="adj" fmla="val 50000"/>
            </a:avLst>
          </a:prstGeom>
          <a:solidFill>
            <a:srgbClr val="141016">
              <a:alpha val="55000"/>
            </a:srgbClr>
          </a:solidFill>
          <a:ln w="9525">
            <a:solidFill>
              <a:srgbClr val="E9CFDD"/>
            </a:solidFill>
            <a:prstDash val="solid"/>
          </a:ln>
        </p:spPr>
        <p:txBody>
          <a:bodyPr/>
          <a:lstStyle/>
          <a:p>
            <a:endParaRPr lang="en-NL"/>
          </a:p>
        </p:txBody>
      </p:sp>
      <p:sp>
        <p:nvSpPr>
          <p:cNvPr id="13" name="a06u_212"/>
          <p:cNvSpPr txBox="1"/>
          <p:nvPr/>
        </p:nvSpPr>
        <p:spPr>
          <a:xfrm>
            <a:off x="6318504" y="3749040"/>
            <a:ext cx="1554480" cy="548640"/>
          </a:xfrm>
          <a:prstGeom prst="rect">
            <a:avLst/>
          </a:prstGeom>
          <a:noFill/>
          <a:ln/>
        </p:spPr>
        <p:txBody>
          <a:bodyPr wrap="square" lIns="0" tIns="0" rIns="0" bIns="0" rtlCol="0" anchor="ctr"/>
          <a:lstStyle/>
          <a:p>
            <a:pPr marL="0" indent="0" algn="ctr">
              <a:buNone/>
            </a:pPr>
            <a:r>
              <a:rPr lang="en-US" sz="1600" b="1" dirty="0">
                <a:solidFill>
                  <a:srgbClr val="F4EEF2"/>
                </a:solidFill>
                <a:latin typeface="Calibri" pitchFamily="34" charset="0"/>
                <a:ea typeface="Calibri" pitchFamily="34" charset="-122"/>
                <a:cs typeface="Calibri" pitchFamily="34" charset="-120"/>
              </a:rPr>
              <a:t>4. Bevestigen</a:t>
            </a:r>
            <a:endParaRPr lang="en-US" sz="1600" dirty="0"/>
          </a:p>
        </p:txBody>
      </p:sp>
      <p:sp>
        <p:nvSpPr>
          <p:cNvPr id="14" name="a07u_213"/>
          <p:cNvSpPr/>
          <p:nvPr/>
        </p:nvSpPr>
        <p:spPr>
          <a:xfrm>
            <a:off x="8055864" y="3749040"/>
            <a:ext cx="1869948" cy="548640"/>
          </a:xfrm>
          <a:prstGeom prst="roundRect">
            <a:avLst>
              <a:gd name="adj" fmla="val 50000"/>
            </a:avLst>
          </a:prstGeom>
          <a:solidFill>
            <a:srgbClr val="141016">
              <a:alpha val="55000"/>
            </a:srgbClr>
          </a:solidFill>
          <a:ln w="9525">
            <a:solidFill>
              <a:srgbClr val="E9CFDD"/>
            </a:solidFill>
            <a:prstDash val="solid"/>
          </a:ln>
        </p:spPr>
        <p:txBody>
          <a:bodyPr/>
          <a:lstStyle/>
          <a:p>
            <a:endParaRPr lang="en-NL"/>
          </a:p>
        </p:txBody>
      </p:sp>
      <p:sp>
        <p:nvSpPr>
          <p:cNvPr id="15" name="a07u_214"/>
          <p:cNvSpPr txBox="1"/>
          <p:nvPr/>
        </p:nvSpPr>
        <p:spPr>
          <a:xfrm>
            <a:off x="8055864" y="3749040"/>
            <a:ext cx="1869948" cy="548640"/>
          </a:xfrm>
          <a:prstGeom prst="rect">
            <a:avLst/>
          </a:prstGeom>
          <a:noFill/>
          <a:ln/>
        </p:spPr>
        <p:txBody>
          <a:bodyPr wrap="square" lIns="0" tIns="0" rIns="0" bIns="0" rtlCol="0" anchor="ctr"/>
          <a:lstStyle/>
          <a:p>
            <a:pPr marL="0" indent="0" algn="ctr">
              <a:buNone/>
            </a:pPr>
            <a:r>
              <a:rPr lang="en-US" sz="1600" b="1" dirty="0">
                <a:solidFill>
                  <a:srgbClr val="F4EEF2"/>
                </a:solidFill>
                <a:latin typeface="Calibri" pitchFamily="34" charset="0"/>
                <a:ea typeface="Calibri" pitchFamily="34" charset="-122"/>
                <a:cs typeface="Calibri" pitchFamily="34" charset="-120"/>
              </a:rPr>
              <a:t>5. In admin zien</a:t>
            </a:r>
            <a:endParaRPr lang="en-US" sz="1600" dirty="0"/>
          </a:p>
        </p:txBody>
      </p:sp>
      <p:sp>
        <p:nvSpPr>
          <p:cNvPr id="16" name="a08u_215"/>
          <p:cNvSpPr txBox="1"/>
          <p:nvPr/>
        </p:nvSpPr>
        <p:spPr>
          <a:xfrm>
            <a:off x="685800" y="4663440"/>
            <a:ext cx="5486400" cy="365760"/>
          </a:xfrm>
          <a:prstGeom prst="rect">
            <a:avLst/>
          </a:prstGeom>
          <a:noFill/>
          <a:ln/>
        </p:spPr>
        <p:txBody>
          <a:bodyPr wrap="square" lIns="0" tIns="0" rIns="0" bIns="0" rtlCol="0" anchor="ctr"/>
          <a:lstStyle/>
          <a:p>
            <a:pPr marL="0" indent="0">
              <a:buNone/>
            </a:pPr>
            <a:r>
              <a:rPr lang="en-US" sz="1600" dirty="0">
                <a:solidFill>
                  <a:srgbClr val="E9CFDD"/>
                </a:solidFill>
                <a:latin typeface="Calibri" pitchFamily="34" charset="0"/>
                <a:ea typeface="Calibri" pitchFamily="34" charset="-122"/>
                <a:cs typeface="Calibri" pitchFamily="34" charset="-120"/>
              </a:rPr>
              <a:t>u250444.gluwebsite.nl/AnnexBios</a:t>
            </a:r>
            <a:endParaRPr lang="en-US" sz="1600" dirty="0"/>
          </a:p>
        </p:txBody>
      </p:sp>
      <p:sp>
        <p:nvSpPr>
          <p:cNvPr id="17" name="Text 13"/>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18" name="Text 14"/>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Lucas · 18/20</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25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fill="hold"/>
                                        <p:tgtEl>
                                          <p:spTgt spid="4"/>
                                        </p:tgtEl>
                                        <p:attrNameLst>
                                          <p:attrName>ppt_x</p:attrName>
                                        </p:attrNameLst>
                                      </p:cBhvr>
                                      <p:tavLst>
                                        <p:tav tm="0">
                                          <p:val>
                                            <p:strVal val="#ppt_x"/>
                                          </p:val>
                                        </p:tav>
                                        <p:tav tm="100000">
                                          <p:val>
                                            <p:strVal val="#ppt_x"/>
                                          </p:val>
                                        </p:tav>
                                      </p:tavLst>
                                    </p:anim>
                                    <p:anim calcmode="lin" valueType="num">
                                      <p:cBhvr additive="base">
                                        <p:cTn id="9" dur="6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85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700" fill="hold"/>
                                        <p:tgtEl>
                                          <p:spTgt spid="5"/>
                                        </p:tgtEl>
                                        <p:attrNameLst>
                                          <p:attrName>ppt_w</p:attrName>
                                        </p:attrNameLst>
                                      </p:cBhvr>
                                      <p:tavLst>
                                        <p:tav tm="0">
                                          <p:val>
                                            <p:strVal val="0"/>
                                          </p:val>
                                        </p:tav>
                                        <p:tav tm="100000">
                                          <p:val>
                                            <p:strVal val="#ppt_w"/>
                                          </p:val>
                                        </p:tav>
                                      </p:tavLst>
                                    </p:anim>
                                    <p:anim calcmode="lin" valueType="num">
                                      <p:cBhvr additive="base">
                                        <p:cTn id="14" dur="700" fill="hold"/>
                                        <p:tgtEl>
                                          <p:spTgt spid="5"/>
                                        </p:tgtEl>
                                        <p:attrNameLst>
                                          <p:attrName>ppt_h</p:attrName>
                                        </p:attrNameLst>
                                      </p:cBhvr>
                                      <p:tavLst>
                                        <p:tav tm="0">
                                          <p:val>
                                            <p:strVal val="0"/>
                                          </p:val>
                                        </p:tav>
                                        <p:tav tm="100000">
                                          <p:val>
                                            <p:strVal val="#ppt_h"/>
                                          </p:val>
                                        </p:tav>
                                      </p:tavLst>
                                    </p:anim>
                                    <p:animEffect transition="in" filter="fade">
                                      <p:cBhvr>
                                        <p:cTn id="15" dur="700"/>
                                        <p:tgtEl>
                                          <p:spTgt spid="5"/>
                                        </p:tgtEl>
                                      </p:cBhvr>
                                    </p:animEffect>
                                  </p:childTnLst>
                                </p:cTn>
                              </p:par>
                            </p:childTnLst>
                          </p:cTn>
                        </p:par>
                        <p:par>
                          <p:cTn id="16" fill="hold">
                            <p:stCondLst>
                              <p:cond delay="1355"/>
                            </p:stCondLst>
                            <p:childTnLst>
                              <p:par>
                                <p:cTn id="17" presetID="42"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00"/>
                                        <p:tgtEl>
                                          <p:spTgt spid="6"/>
                                        </p:tgtEl>
                                      </p:cBhvr>
                                    </p:animEffect>
                                    <p:anim calcmode="lin" valueType="num">
                                      <p:cBhvr additive="base">
                                        <p:cTn id="20" dur="600" fill="hold"/>
                                        <p:tgtEl>
                                          <p:spTgt spid="6"/>
                                        </p:tgtEl>
                                        <p:attrNameLst>
                                          <p:attrName>ppt_x</p:attrName>
                                        </p:attrNameLst>
                                      </p:cBhvr>
                                      <p:tavLst>
                                        <p:tav tm="0">
                                          <p:val>
                                            <p:strVal val="#ppt_x"/>
                                          </p:val>
                                        </p:tav>
                                        <p:tav tm="100000">
                                          <p:val>
                                            <p:strVal val="#ppt_x"/>
                                          </p:val>
                                        </p:tav>
                                      </p:tavLst>
                                    </p:anim>
                                    <p:anim calcmode="lin" valueType="num">
                                      <p:cBhvr additive="base">
                                        <p:cTn id="21" dur="6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600"/>
                                        <p:tgtEl>
                                          <p:spTgt spid="7"/>
                                        </p:tgtEl>
                                      </p:cBhvr>
                                    </p:animEffect>
                                    <p:anim calcmode="lin" valueType="num">
                                      <p:cBhvr additive="base">
                                        <p:cTn id="25" dur="600" fill="hold"/>
                                        <p:tgtEl>
                                          <p:spTgt spid="7"/>
                                        </p:tgtEl>
                                        <p:attrNameLst>
                                          <p:attrName>ppt_x</p:attrName>
                                        </p:attrNameLst>
                                      </p:cBhvr>
                                      <p:tavLst>
                                        <p:tav tm="0">
                                          <p:val>
                                            <p:strVal val="#ppt_x"/>
                                          </p:val>
                                        </p:tav>
                                        <p:tav tm="100000">
                                          <p:val>
                                            <p:strVal val="#ppt_x"/>
                                          </p:val>
                                        </p:tav>
                                      </p:tavLst>
                                    </p:anim>
                                    <p:anim calcmode="lin" valueType="num">
                                      <p:cBhvr additive="base">
                                        <p:cTn id="26" dur="600" fill="hold"/>
                                        <p:tgtEl>
                                          <p:spTgt spid="7"/>
                                        </p:tgtEl>
                                        <p:attrNameLst>
                                          <p:attrName>ppt_y</p:attrName>
                                        </p:attrNameLst>
                                      </p:cBhvr>
                                      <p:tavLst>
                                        <p:tav tm="0">
                                          <p:val>
                                            <p:strVal val="#ppt_y+.1"/>
                                          </p:val>
                                        </p:tav>
                                        <p:tav tm="100000">
                                          <p:val>
                                            <p:strVal val="#ppt_y"/>
                                          </p:val>
                                        </p:tav>
                                      </p:tavLst>
                                    </p:anim>
                                  </p:childTnLst>
                                </p:cTn>
                              </p:par>
                            </p:childTnLst>
                          </p:cTn>
                        </p:par>
                        <p:par>
                          <p:cTn id="27" fill="hold">
                            <p:stCondLst>
                              <p:cond delay="1805"/>
                            </p:stCondLst>
                            <p:childTnLst>
                              <p:par>
                                <p:cTn id="28" presetID="42"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600"/>
                                        <p:tgtEl>
                                          <p:spTgt spid="8"/>
                                        </p:tgtEl>
                                      </p:cBhvr>
                                    </p:animEffect>
                                    <p:anim calcmode="lin" valueType="num">
                                      <p:cBhvr additive="base">
                                        <p:cTn id="31" dur="600" fill="hold"/>
                                        <p:tgtEl>
                                          <p:spTgt spid="8"/>
                                        </p:tgtEl>
                                        <p:attrNameLst>
                                          <p:attrName>ppt_x</p:attrName>
                                        </p:attrNameLst>
                                      </p:cBhvr>
                                      <p:tavLst>
                                        <p:tav tm="0">
                                          <p:val>
                                            <p:strVal val="#ppt_x"/>
                                          </p:val>
                                        </p:tav>
                                        <p:tav tm="100000">
                                          <p:val>
                                            <p:strVal val="#ppt_x"/>
                                          </p:val>
                                        </p:tav>
                                      </p:tavLst>
                                    </p:anim>
                                    <p:anim calcmode="lin" valueType="num">
                                      <p:cBhvr additive="base">
                                        <p:cTn id="32" dur="600" fill="hold"/>
                                        <p:tgtEl>
                                          <p:spTgt spid="8"/>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600"/>
                                        <p:tgtEl>
                                          <p:spTgt spid="9"/>
                                        </p:tgtEl>
                                      </p:cBhvr>
                                    </p:animEffect>
                                    <p:anim calcmode="lin" valueType="num">
                                      <p:cBhvr additive="base">
                                        <p:cTn id="36" dur="600" fill="hold"/>
                                        <p:tgtEl>
                                          <p:spTgt spid="9"/>
                                        </p:tgtEl>
                                        <p:attrNameLst>
                                          <p:attrName>ppt_x</p:attrName>
                                        </p:attrNameLst>
                                      </p:cBhvr>
                                      <p:tavLst>
                                        <p:tav tm="0">
                                          <p:val>
                                            <p:strVal val="#ppt_x"/>
                                          </p:val>
                                        </p:tav>
                                        <p:tav tm="100000">
                                          <p:val>
                                            <p:strVal val="#ppt_x"/>
                                          </p:val>
                                        </p:tav>
                                      </p:tavLst>
                                    </p:anim>
                                    <p:anim calcmode="lin" valueType="num">
                                      <p:cBhvr additive="base">
                                        <p:cTn id="37" dur="600" fill="hold"/>
                                        <p:tgtEl>
                                          <p:spTgt spid="9"/>
                                        </p:tgtEl>
                                        <p:attrNameLst>
                                          <p:attrName>ppt_y</p:attrName>
                                        </p:attrNameLst>
                                      </p:cBhvr>
                                      <p:tavLst>
                                        <p:tav tm="0">
                                          <p:val>
                                            <p:strVal val="#ppt_y+.1"/>
                                          </p:val>
                                        </p:tav>
                                        <p:tav tm="100000">
                                          <p:val>
                                            <p:strVal val="#ppt_y"/>
                                          </p:val>
                                        </p:tav>
                                      </p:tavLst>
                                    </p:anim>
                                  </p:childTnLst>
                                </p:cTn>
                              </p:par>
                            </p:childTnLst>
                          </p:cTn>
                        </p:par>
                        <p:par>
                          <p:cTn id="38" fill="hold">
                            <p:stCondLst>
                              <p:cond delay="2255"/>
                            </p:stCondLst>
                            <p:childTnLst>
                              <p:par>
                                <p:cTn id="39" presetID="42" presetClass="entr" presetSubtype="0" fill="hold"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600"/>
                                        <p:tgtEl>
                                          <p:spTgt spid="10"/>
                                        </p:tgtEl>
                                      </p:cBhvr>
                                    </p:animEffect>
                                    <p:anim calcmode="lin" valueType="num">
                                      <p:cBhvr additive="base">
                                        <p:cTn id="42" dur="600" fill="hold"/>
                                        <p:tgtEl>
                                          <p:spTgt spid="10"/>
                                        </p:tgtEl>
                                        <p:attrNameLst>
                                          <p:attrName>ppt_x</p:attrName>
                                        </p:attrNameLst>
                                      </p:cBhvr>
                                      <p:tavLst>
                                        <p:tav tm="0">
                                          <p:val>
                                            <p:strVal val="#ppt_x"/>
                                          </p:val>
                                        </p:tav>
                                        <p:tav tm="100000">
                                          <p:val>
                                            <p:strVal val="#ppt_x"/>
                                          </p:val>
                                        </p:tav>
                                      </p:tavLst>
                                    </p:anim>
                                    <p:anim calcmode="lin" valueType="num">
                                      <p:cBhvr additive="base">
                                        <p:cTn id="43" dur="600" fill="hold"/>
                                        <p:tgtEl>
                                          <p:spTgt spid="10"/>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600"/>
                                        <p:tgtEl>
                                          <p:spTgt spid="11"/>
                                        </p:tgtEl>
                                      </p:cBhvr>
                                    </p:animEffect>
                                    <p:anim calcmode="lin" valueType="num">
                                      <p:cBhvr additive="base">
                                        <p:cTn id="47" dur="600" fill="hold"/>
                                        <p:tgtEl>
                                          <p:spTgt spid="11"/>
                                        </p:tgtEl>
                                        <p:attrNameLst>
                                          <p:attrName>ppt_x</p:attrName>
                                        </p:attrNameLst>
                                      </p:cBhvr>
                                      <p:tavLst>
                                        <p:tav tm="0">
                                          <p:val>
                                            <p:strVal val="#ppt_x"/>
                                          </p:val>
                                        </p:tav>
                                        <p:tav tm="100000">
                                          <p:val>
                                            <p:strVal val="#ppt_x"/>
                                          </p:val>
                                        </p:tav>
                                      </p:tavLst>
                                    </p:anim>
                                    <p:anim calcmode="lin" valueType="num">
                                      <p:cBhvr additive="base">
                                        <p:cTn id="48" dur="600" fill="hold"/>
                                        <p:tgtEl>
                                          <p:spTgt spid="11"/>
                                        </p:tgtEl>
                                        <p:attrNameLst>
                                          <p:attrName>ppt_y</p:attrName>
                                        </p:attrNameLst>
                                      </p:cBhvr>
                                      <p:tavLst>
                                        <p:tav tm="0">
                                          <p:val>
                                            <p:strVal val="#ppt_y+.1"/>
                                          </p:val>
                                        </p:tav>
                                        <p:tav tm="100000">
                                          <p:val>
                                            <p:strVal val="#ppt_y"/>
                                          </p:val>
                                        </p:tav>
                                      </p:tavLst>
                                    </p:anim>
                                  </p:childTnLst>
                                </p:cTn>
                              </p:par>
                            </p:childTnLst>
                          </p:cTn>
                        </p:par>
                        <p:par>
                          <p:cTn id="49" fill="hold">
                            <p:stCondLst>
                              <p:cond delay="2705"/>
                            </p:stCondLst>
                            <p:childTnLst>
                              <p:par>
                                <p:cTn id="50" presetID="42" presetClass="entr" presetSubtype="0" fill="hold" nodeType="after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600"/>
                                        <p:tgtEl>
                                          <p:spTgt spid="12"/>
                                        </p:tgtEl>
                                      </p:cBhvr>
                                    </p:animEffect>
                                    <p:anim calcmode="lin" valueType="num">
                                      <p:cBhvr additive="base">
                                        <p:cTn id="53" dur="600" fill="hold"/>
                                        <p:tgtEl>
                                          <p:spTgt spid="12"/>
                                        </p:tgtEl>
                                        <p:attrNameLst>
                                          <p:attrName>ppt_x</p:attrName>
                                        </p:attrNameLst>
                                      </p:cBhvr>
                                      <p:tavLst>
                                        <p:tav tm="0">
                                          <p:val>
                                            <p:strVal val="#ppt_x"/>
                                          </p:val>
                                        </p:tav>
                                        <p:tav tm="100000">
                                          <p:val>
                                            <p:strVal val="#ppt_x"/>
                                          </p:val>
                                        </p:tav>
                                      </p:tavLst>
                                    </p:anim>
                                    <p:anim calcmode="lin" valueType="num">
                                      <p:cBhvr additive="base">
                                        <p:cTn id="54" dur="600" fill="hold"/>
                                        <p:tgtEl>
                                          <p:spTgt spid="12"/>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600"/>
                                        <p:tgtEl>
                                          <p:spTgt spid="13"/>
                                        </p:tgtEl>
                                      </p:cBhvr>
                                    </p:animEffect>
                                    <p:anim calcmode="lin" valueType="num">
                                      <p:cBhvr additive="base">
                                        <p:cTn id="58" dur="600" fill="hold"/>
                                        <p:tgtEl>
                                          <p:spTgt spid="13"/>
                                        </p:tgtEl>
                                        <p:attrNameLst>
                                          <p:attrName>ppt_x</p:attrName>
                                        </p:attrNameLst>
                                      </p:cBhvr>
                                      <p:tavLst>
                                        <p:tav tm="0">
                                          <p:val>
                                            <p:strVal val="#ppt_x"/>
                                          </p:val>
                                        </p:tav>
                                        <p:tav tm="100000">
                                          <p:val>
                                            <p:strVal val="#ppt_x"/>
                                          </p:val>
                                        </p:tav>
                                      </p:tavLst>
                                    </p:anim>
                                    <p:anim calcmode="lin" valueType="num">
                                      <p:cBhvr additive="base">
                                        <p:cTn id="59" dur="600" fill="hold"/>
                                        <p:tgtEl>
                                          <p:spTgt spid="13"/>
                                        </p:tgtEl>
                                        <p:attrNameLst>
                                          <p:attrName>ppt_y</p:attrName>
                                        </p:attrNameLst>
                                      </p:cBhvr>
                                      <p:tavLst>
                                        <p:tav tm="0">
                                          <p:val>
                                            <p:strVal val="#ppt_y+.1"/>
                                          </p:val>
                                        </p:tav>
                                        <p:tav tm="100000">
                                          <p:val>
                                            <p:strVal val="#ppt_y"/>
                                          </p:val>
                                        </p:tav>
                                      </p:tavLst>
                                    </p:anim>
                                  </p:childTnLst>
                                </p:cTn>
                              </p:par>
                            </p:childTnLst>
                          </p:cTn>
                        </p:par>
                        <p:par>
                          <p:cTn id="60" fill="hold">
                            <p:stCondLst>
                              <p:cond delay="3155"/>
                            </p:stCondLst>
                            <p:childTnLst>
                              <p:par>
                                <p:cTn id="61" presetID="42" presetClass="entr" presetSubtype="0" fill="hold" nodeType="after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additive="base">
                                        <p:cTn id="64" dur="600" fill="hold"/>
                                        <p:tgtEl>
                                          <p:spTgt spid="14"/>
                                        </p:tgtEl>
                                        <p:attrNameLst>
                                          <p:attrName>ppt_x</p:attrName>
                                        </p:attrNameLst>
                                      </p:cBhvr>
                                      <p:tavLst>
                                        <p:tav tm="0">
                                          <p:val>
                                            <p:strVal val="#ppt_x"/>
                                          </p:val>
                                        </p:tav>
                                        <p:tav tm="100000">
                                          <p:val>
                                            <p:strVal val="#ppt_x"/>
                                          </p:val>
                                        </p:tav>
                                      </p:tavLst>
                                    </p:anim>
                                    <p:anim calcmode="lin" valueType="num">
                                      <p:cBhvr additive="base">
                                        <p:cTn id="65" dur="600" fill="hold"/>
                                        <p:tgtEl>
                                          <p:spTgt spid="14"/>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00"/>
                                        <p:tgtEl>
                                          <p:spTgt spid="15"/>
                                        </p:tgtEl>
                                      </p:cBhvr>
                                    </p:animEffect>
                                    <p:anim calcmode="lin" valueType="num">
                                      <p:cBhvr additive="base">
                                        <p:cTn id="69" dur="600" fill="hold"/>
                                        <p:tgtEl>
                                          <p:spTgt spid="15"/>
                                        </p:tgtEl>
                                        <p:attrNameLst>
                                          <p:attrName>ppt_x</p:attrName>
                                        </p:attrNameLst>
                                      </p:cBhvr>
                                      <p:tavLst>
                                        <p:tav tm="0">
                                          <p:val>
                                            <p:strVal val="#ppt_x"/>
                                          </p:val>
                                        </p:tav>
                                        <p:tav tm="100000">
                                          <p:val>
                                            <p:strVal val="#ppt_x"/>
                                          </p:val>
                                        </p:tav>
                                      </p:tavLst>
                                    </p:anim>
                                    <p:anim calcmode="lin" valueType="num">
                                      <p:cBhvr additive="base">
                                        <p:cTn id="70" dur="600" fill="hold"/>
                                        <p:tgtEl>
                                          <p:spTgt spid="15"/>
                                        </p:tgtEl>
                                        <p:attrNameLst>
                                          <p:attrName>ppt_y</p:attrName>
                                        </p:attrNameLst>
                                      </p:cBhvr>
                                      <p:tavLst>
                                        <p:tav tm="0">
                                          <p:val>
                                            <p:strVal val="#ppt_y+.1"/>
                                          </p:val>
                                        </p:tav>
                                        <p:tav tm="100000">
                                          <p:val>
                                            <p:strVal val="#ppt_y"/>
                                          </p:val>
                                        </p:tav>
                                      </p:tavLst>
                                    </p:anim>
                                  </p:childTnLst>
                                </p:cTn>
                              </p:par>
                            </p:childTnLst>
                          </p:cTn>
                        </p:par>
                        <p:par>
                          <p:cTn id="71" fill="hold">
                            <p:stCondLst>
                              <p:cond delay="3605"/>
                            </p:stCondLst>
                            <p:childTnLst>
                              <p:par>
                                <p:cTn id="72" presetID="42" presetClass="entr" presetSubtype="0" fill="hold" grpId="0" nodeType="after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600"/>
                                        <p:tgtEl>
                                          <p:spTgt spid="16"/>
                                        </p:tgtEl>
                                      </p:cBhvr>
                                    </p:animEffect>
                                    <p:anim calcmode="lin" valueType="num">
                                      <p:cBhvr additive="base">
                                        <p:cTn id="75" dur="600" fill="hold"/>
                                        <p:tgtEl>
                                          <p:spTgt spid="16"/>
                                        </p:tgtEl>
                                        <p:attrNameLst>
                                          <p:attrName>ppt_x</p:attrName>
                                        </p:attrNameLst>
                                      </p:cBhvr>
                                      <p:tavLst>
                                        <p:tav tm="0">
                                          <p:val>
                                            <p:strVal val="#ppt_x"/>
                                          </p:val>
                                        </p:tav>
                                        <p:tav tm="100000">
                                          <p:val>
                                            <p:strVal val="#ppt_x"/>
                                          </p:val>
                                        </p:tav>
                                      </p:tavLst>
                                    </p:anim>
                                    <p:anim calcmode="lin" valueType="num">
                                      <p:cBhvr additive="base">
                                        <p:cTn id="76" dur="6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11" grpId="0" animBg="1"/>
      <p:bldP spid="13" grpId="0" animBg="1"/>
      <p:bldP spid="15" grpId="0" animBg="1"/>
      <p:bldP spid="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520"/>
        </a:solidFill>
        <a:effectLst/>
      </p:bgPr>
    </p:bg>
    <p:spTree>
      <p:nvGrpSpPr>
        <p:cNvPr id="1" name=""/>
        <p:cNvGrpSpPr/>
        <p:nvPr/>
      </p:nvGrpSpPr>
      <p:grpSpPr>
        <a:xfrm>
          <a:off x="0" y="0"/>
          <a:ext cx="0" cy="0"/>
          <a:chOff x="0" y="0"/>
          <a:chExt cx="0" cy="0"/>
        </a:xfrm>
      </p:grpSpPr>
      <p:sp>
        <p:nvSpPr>
          <p:cNvPr id="2" name="a01u_216"/>
          <p:cNvSpPr txBox="1"/>
          <p:nvPr/>
        </p:nvSpPr>
        <p:spPr>
          <a:xfrm>
            <a:off x="685800" y="457200"/>
            <a:ext cx="10820095" cy="292608"/>
          </a:xfrm>
          <a:prstGeom prst="rect">
            <a:avLst/>
          </a:prstGeom>
          <a:noFill/>
          <a:ln/>
        </p:spPr>
        <p:txBody>
          <a:bodyPr wrap="square" lIns="0" tIns="0" rIns="0" bIns="0" rtlCol="0" anchor="ctr"/>
          <a:lstStyle/>
          <a:p>
            <a:pPr marL="0" indent="0">
              <a:buNone/>
            </a:pPr>
            <a:r>
              <a:rPr lang="en-US" sz="1300" b="1" kern="0" spc="300" dirty="0">
                <a:solidFill>
                  <a:srgbClr val="E59BC3"/>
                </a:solidFill>
                <a:latin typeface="Calibri" pitchFamily="34" charset="0"/>
                <a:ea typeface="Calibri" pitchFamily="34" charset="-122"/>
                <a:cs typeface="Calibri" pitchFamily="34" charset="-120"/>
              </a:rPr>
              <a:t>RETROSPECTIVE</a:t>
            </a:r>
            <a:endParaRPr lang="en-US" sz="1300" dirty="0"/>
          </a:p>
        </p:txBody>
      </p:sp>
      <p:sp>
        <p:nvSpPr>
          <p:cNvPr id="3" name="a01u_217"/>
          <p:cNvSpPr txBox="1"/>
          <p:nvPr/>
        </p:nvSpPr>
        <p:spPr>
          <a:xfrm>
            <a:off x="685800" y="749808"/>
            <a:ext cx="10820095" cy="731520"/>
          </a:xfrm>
          <a:prstGeom prst="rect">
            <a:avLst/>
          </a:prstGeom>
          <a:noFill/>
          <a:ln/>
        </p:spPr>
        <p:txBody>
          <a:bodyPr wrap="square" lIns="0" tIns="0" rIns="0" bIns="0" rtlCol="0" anchor="t"/>
          <a:lstStyle/>
          <a:p>
            <a:pPr marL="0" indent="0">
              <a:buNone/>
            </a:pPr>
            <a:r>
              <a:rPr lang="en-US" sz="4000" b="1" dirty="0">
                <a:solidFill>
                  <a:srgbClr val="F4EEF2"/>
                </a:solidFill>
                <a:latin typeface="Bahnschrift SemiCondensed" pitchFamily="34" charset="0"/>
                <a:ea typeface="Bahnschrift SemiCondensed" pitchFamily="34" charset="-122"/>
                <a:cs typeface="Bahnschrift SemiCondensed" pitchFamily="34" charset="-120"/>
              </a:rPr>
              <a:t>WAT HEBBEN WE GELEERD?</a:t>
            </a:r>
            <a:endParaRPr lang="en-US" sz="4000" dirty="0"/>
          </a:p>
        </p:txBody>
      </p:sp>
      <p:sp>
        <p:nvSpPr>
          <p:cNvPr id="4" name="a02u_218"/>
          <p:cNvSpPr/>
          <p:nvPr/>
        </p:nvSpPr>
        <p:spPr>
          <a:xfrm>
            <a:off x="685800" y="1874520"/>
            <a:ext cx="3423818" cy="3931920"/>
          </a:xfrm>
          <a:prstGeom prst="roundRect">
            <a:avLst>
              <a:gd name="adj" fmla="val 3205"/>
            </a:avLst>
          </a:prstGeom>
          <a:solidFill>
            <a:srgbClr val="231B27"/>
          </a:solidFill>
          <a:ln w="19050">
            <a:solidFill>
              <a:srgbClr val="6FCFB2"/>
            </a:solidFill>
            <a:prstDash val="solid"/>
          </a:ln>
        </p:spPr>
        <p:txBody>
          <a:bodyPr/>
          <a:lstStyle/>
          <a:p>
            <a:endParaRPr lang="en-NL"/>
          </a:p>
        </p:txBody>
      </p:sp>
      <p:sp>
        <p:nvSpPr>
          <p:cNvPr id="5" name="a02u_219"/>
          <p:cNvSpPr/>
          <p:nvPr/>
        </p:nvSpPr>
        <p:spPr>
          <a:xfrm>
            <a:off x="1005840" y="2212848"/>
            <a:ext cx="201168" cy="201168"/>
          </a:xfrm>
          <a:prstGeom prst="ellipse">
            <a:avLst/>
          </a:prstGeom>
          <a:solidFill>
            <a:srgbClr val="6FCFB2"/>
          </a:solidFill>
          <a:ln w="12700">
            <a:solidFill>
              <a:srgbClr val="6FCFB2"/>
            </a:solidFill>
            <a:prstDash val="solid"/>
          </a:ln>
        </p:spPr>
        <p:txBody>
          <a:bodyPr/>
          <a:lstStyle/>
          <a:p>
            <a:endParaRPr lang="en-NL"/>
          </a:p>
        </p:txBody>
      </p:sp>
      <p:sp>
        <p:nvSpPr>
          <p:cNvPr id="6" name="a02u_220"/>
          <p:cNvSpPr txBox="1"/>
          <p:nvPr/>
        </p:nvSpPr>
        <p:spPr>
          <a:xfrm>
            <a:off x="1325880" y="2103120"/>
            <a:ext cx="2600858" cy="457200"/>
          </a:xfrm>
          <a:prstGeom prst="rect">
            <a:avLst/>
          </a:prstGeom>
          <a:noFill/>
          <a:ln/>
        </p:spPr>
        <p:txBody>
          <a:bodyPr wrap="square" lIns="0" tIns="0" rIns="0" bIns="0" rtlCol="0" anchor="ctr"/>
          <a:lstStyle/>
          <a:p>
            <a:pPr marL="0" indent="0">
              <a:buNone/>
            </a:pPr>
            <a:r>
              <a:rPr lang="en-US" sz="2100" b="1" dirty="0">
                <a:solidFill>
                  <a:srgbClr val="F4EEF2"/>
                </a:solidFill>
                <a:latin typeface="Bahnschrift SemiCondensed" pitchFamily="34" charset="0"/>
                <a:ea typeface="Bahnschrift SemiCondensed" pitchFamily="34" charset="-122"/>
                <a:cs typeface="Bahnschrift SemiCondensed" pitchFamily="34" charset="-120"/>
              </a:rPr>
              <a:t>GOED GING</a:t>
            </a:r>
            <a:endParaRPr lang="en-US" sz="2100" dirty="0"/>
          </a:p>
        </p:txBody>
      </p:sp>
      <p:sp>
        <p:nvSpPr>
          <p:cNvPr id="7" name="a02u_221"/>
          <p:cNvSpPr txBox="1"/>
          <p:nvPr/>
        </p:nvSpPr>
        <p:spPr>
          <a:xfrm>
            <a:off x="1005840" y="2788920"/>
            <a:ext cx="2783738" cy="28346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BBA9B6"/>
                </a:solidFill>
                <a:latin typeface="Calibri" pitchFamily="34" charset="0"/>
                <a:ea typeface="Calibri" pitchFamily="34" charset="-122"/>
                <a:cs typeface="Calibri" pitchFamily="34" charset="-120"/>
              </a:rPr>
              <a:t>De API werkt: films komen live binnen.</a:t>
            </a:r>
            <a:endParaRPr lang="en-US" sz="1600" dirty="0"/>
          </a:p>
          <a:p>
            <a:pPr marL="342900" indent="-342900">
              <a:spcAft>
                <a:spcPts val="800"/>
              </a:spcAft>
              <a:buSzPct val="100000"/>
              <a:buChar char="▸"/>
            </a:pPr>
            <a:r>
              <a:rPr lang="en-US" sz="1600" dirty="0">
                <a:solidFill>
                  <a:srgbClr val="BBA9B6"/>
                </a:solidFill>
                <a:latin typeface="Calibri" pitchFamily="34" charset="0"/>
                <a:ea typeface="Calibri" pitchFamily="34" charset="-122"/>
                <a:cs typeface="Calibri" pitchFamily="34" charset="-120"/>
              </a:rPr>
              <a:t>Reserveren met stoelen werkt.</a:t>
            </a:r>
            <a:endParaRPr lang="en-US" sz="1600" dirty="0"/>
          </a:p>
          <a:p>
            <a:pPr marL="342900" indent="-342900">
              <a:spcAft>
                <a:spcPts val="800"/>
              </a:spcAft>
              <a:buSzPct val="100000"/>
              <a:buChar char="▸"/>
            </a:pPr>
            <a:r>
              <a:rPr lang="en-US" sz="1600" dirty="0">
                <a:solidFill>
                  <a:srgbClr val="BBA9B6"/>
                </a:solidFill>
                <a:latin typeface="Calibri" pitchFamily="34" charset="0"/>
                <a:ea typeface="Calibri" pitchFamily="34" charset="-122"/>
                <a:cs typeface="Calibri" pitchFamily="34" charset="-120"/>
              </a:rPr>
              <a:t>De site staat online.</a:t>
            </a:r>
            <a:endParaRPr lang="en-US" sz="1600" dirty="0"/>
          </a:p>
        </p:txBody>
      </p:sp>
      <p:sp>
        <p:nvSpPr>
          <p:cNvPr id="8" name="a03u_222"/>
          <p:cNvSpPr/>
          <p:nvPr/>
        </p:nvSpPr>
        <p:spPr>
          <a:xfrm>
            <a:off x="4383938" y="1874520"/>
            <a:ext cx="3423818" cy="3931920"/>
          </a:xfrm>
          <a:prstGeom prst="roundRect">
            <a:avLst>
              <a:gd name="adj" fmla="val 3205"/>
            </a:avLst>
          </a:prstGeom>
          <a:solidFill>
            <a:srgbClr val="231B27"/>
          </a:solidFill>
          <a:ln w="19050">
            <a:solidFill>
              <a:srgbClr val="E9BC5A"/>
            </a:solidFill>
            <a:prstDash val="solid"/>
          </a:ln>
        </p:spPr>
        <p:txBody>
          <a:bodyPr/>
          <a:lstStyle/>
          <a:p>
            <a:endParaRPr lang="en-NL"/>
          </a:p>
        </p:txBody>
      </p:sp>
      <p:sp>
        <p:nvSpPr>
          <p:cNvPr id="9" name="a03u_223"/>
          <p:cNvSpPr/>
          <p:nvPr/>
        </p:nvSpPr>
        <p:spPr>
          <a:xfrm>
            <a:off x="4703978" y="2212848"/>
            <a:ext cx="201168" cy="201168"/>
          </a:xfrm>
          <a:prstGeom prst="ellipse">
            <a:avLst/>
          </a:prstGeom>
          <a:solidFill>
            <a:srgbClr val="E9BC5A"/>
          </a:solidFill>
          <a:ln w="12700">
            <a:solidFill>
              <a:srgbClr val="E9BC5A"/>
            </a:solidFill>
            <a:prstDash val="solid"/>
          </a:ln>
        </p:spPr>
        <p:txBody>
          <a:bodyPr/>
          <a:lstStyle/>
          <a:p>
            <a:endParaRPr lang="en-NL"/>
          </a:p>
        </p:txBody>
      </p:sp>
      <p:sp>
        <p:nvSpPr>
          <p:cNvPr id="10" name="a03u_224"/>
          <p:cNvSpPr txBox="1"/>
          <p:nvPr/>
        </p:nvSpPr>
        <p:spPr>
          <a:xfrm>
            <a:off x="5024018" y="2103120"/>
            <a:ext cx="2600858" cy="457200"/>
          </a:xfrm>
          <a:prstGeom prst="rect">
            <a:avLst/>
          </a:prstGeom>
          <a:noFill/>
          <a:ln/>
        </p:spPr>
        <p:txBody>
          <a:bodyPr wrap="square" lIns="0" tIns="0" rIns="0" bIns="0" rtlCol="0" anchor="ctr"/>
          <a:lstStyle/>
          <a:p>
            <a:pPr marL="0" indent="0">
              <a:buNone/>
            </a:pPr>
            <a:r>
              <a:rPr lang="en-US" sz="2100" b="1" dirty="0">
                <a:solidFill>
                  <a:srgbClr val="F4EEF2"/>
                </a:solidFill>
                <a:latin typeface="Bahnschrift SemiCondensed" pitchFamily="34" charset="0"/>
                <a:ea typeface="Bahnschrift SemiCondensed" pitchFamily="34" charset="-122"/>
                <a:cs typeface="Bahnschrift SemiCondensed" pitchFamily="34" charset="-120"/>
              </a:rPr>
              <a:t>KAN BETER</a:t>
            </a:r>
            <a:endParaRPr lang="en-US" sz="2100" dirty="0"/>
          </a:p>
        </p:txBody>
      </p:sp>
      <p:sp>
        <p:nvSpPr>
          <p:cNvPr id="11" name="a03u_225"/>
          <p:cNvSpPr txBox="1"/>
          <p:nvPr/>
        </p:nvSpPr>
        <p:spPr>
          <a:xfrm>
            <a:off x="4703978" y="2788920"/>
            <a:ext cx="2783738" cy="28346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BBA9B6"/>
                </a:solidFill>
                <a:latin typeface="Calibri" pitchFamily="34" charset="0"/>
                <a:ea typeface="Calibri" pitchFamily="34" charset="-122"/>
                <a:cs typeface="Calibri" pitchFamily="34" charset="-120"/>
              </a:rPr>
              <a:t>Meer met feature-branches werken.</a:t>
            </a:r>
            <a:endParaRPr lang="en-US" sz="1600" dirty="0"/>
          </a:p>
          <a:p>
            <a:pPr marL="342900" indent="-342900">
              <a:spcAft>
                <a:spcPts val="800"/>
              </a:spcAft>
              <a:buSzPct val="100000"/>
              <a:buChar char="▸"/>
            </a:pPr>
            <a:r>
              <a:rPr lang="en-US" sz="1600" dirty="0">
                <a:solidFill>
                  <a:srgbClr val="BBA9B6"/>
                </a:solidFill>
                <a:latin typeface="Calibri" pitchFamily="34" charset="0"/>
                <a:ea typeface="Calibri" pitchFamily="34" charset="-122"/>
                <a:cs typeface="Calibri" pitchFamily="34" charset="-120"/>
              </a:rPr>
              <a:t>Werk beter verdelen over de week.</a:t>
            </a:r>
            <a:endParaRPr lang="en-US" sz="1600" dirty="0"/>
          </a:p>
        </p:txBody>
      </p:sp>
      <p:sp>
        <p:nvSpPr>
          <p:cNvPr id="12" name="a04u_226"/>
          <p:cNvSpPr/>
          <p:nvPr/>
        </p:nvSpPr>
        <p:spPr>
          <a:xfrm>
            <a:off x="8082077" y="1874520"/>
            <a:ext cx="3423818" cy="3931920"/>
          </a:xfrm>
          <a:prstGeom prst="roundRect">
            <a:avLst>
              <a:gd name="adj" fmla="val 3205"/>
            </a:avLst>
          </a:prstGeom>
          <a:solidFill>
            <a:srgbClr val="231B27"/>
          </a:solidFill>
          <a:ln w="19050">
            <a:solidFill>
              <a:srgbClr val="E59BC3"/>
            </a:solidFill>
            <a:prstDash val="solid"/>
          </a:ln>
        </p:spPr>
        <p:txBody>
          <a:bodyPr/>
          <a:lstStyle/>
          <a:p>
            <a:endParaRPr lang="en-NL"/>
          </a:p>
        </p:txBody>
      </p:sp>
      <p:sp>
        <p:nvSpPr>
          <p:cNvPr id="13" name="a04u_227"/>
          <p:cNvSpPr/>
          <p:nvPr/>
        </p:nvSpPr>
        <p:spPr>
          <a:xfrm>
            <a:off x="8402117" y="2212848"/>
            <a:ext cx="201168" cy="201168"/>
          </a:xfrm>
          <a:prstGeom prst="ellipse">
            <a:avLst/>
          </a:prstGeom>
          <a:solidFill>
            <a:srgbClr val="E59BC3"/>
          </a:solidFill>
          <a:ln w="12700">
            <a:solidFill>
              <a:srgbClr val="E59BC3"/>
            </a:solidFill>
            <a:prstDash val="solid"/>
          </a:ln>
        </p:spPr>
        <p:txBody>
          <a:bodyPr/>
          <a:lstStyle/>
          <a:p>
            <a:endParaRPr lang="en-NL"/>
          </a:p>
        </p:txBody>
      </p:sp>
      <p:sp>
        <p:nvSpPr>
          <p:cNvPr id="14" name="a04u_228"/>
          <p:cNvSpPr txBox="1"/>
          <p:nvPr/>
        </p:nvSpPr>
        <p:spPr>
          <a:xfrm>
            <a:off x="8722157" y="2103120"/>
            <a:ext cx="2600858" cy="457200"/>
          </a:xfrm>
          <a:prstGeom prst="rect">
            <a:avLst/>
          </a:prstGeom>
          <a:noFill/>
          <a:ln/>
        </p:spPr>
        <p:txBody>
          <a:bodyPr wrap="square" lIns="0" tIns="0" rIns="0" bIns="0" rtlCol="0" anchor="ctr"/>
          <a:lstStyle/>
          <a:p>
            <a:pPr marL="0" indent="0">
              <a:buNone/>
            </a:pPr>
            <a:r>
              <a:rPr lang="en-US" sz="2100" b="1" dirty="0">
                <a:solidFill>
                  <a:srgbClr val="F4EEF2"/>
                </a:solidFill>
                <a:latin typeface="Bahnschrift SemiCondensed" pitchFamily="34" charset="0"/>
                <a:ea typeface="Bahnschrift SemiCondensed" pitchFamily="34" charset="-122"/>
                <a:cs typeface="Bahnschrift SemiCondensed" pitchFamily="34" charset="-120"/>
              </a:rPr>
              <a:t>VOLGENDE STAP</a:t>
            </a:r>
            <a:endParaRPr lang="en-US" sz="2100" dirty="0"/>
          </a:p>
        </p:txBody>
      </p:sp>
      <p:sp>
        <p:nvSpPr>
          <p:cNvPr id="15" name="a04u_229"/>
          <p:cNvSpPr txBox="1"/>
          <p:nvPr/>
        </p:nvSpPr>
        <p:spPr>
          <a:xfrm>
            <a:off x="8402117" y="2788920"/>
            <a:ext cx="2783738" cy="28346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BBA9B6"/>
                </a:solidFill>
                <a:latin typeface="Calibri" pitchFamily="34" charset="0"/>
                <a:ea typeface="Calibri" pitchFamily="34" charset="-122"/>
                <a:cs typeface="Calibri" pitchFamily="34" charset="-120"/>
              </a:rPr>
              <a:t>Reserveringen wijzigen in admin.</a:t>
            </a:r>
            <a:endParaRPr lang="en-US" sz="1600" dirty="0"/>
          </a:p>
          <a:p>
            <a:pPr marL="342900" indent="-342900">
              <a:spcAft>
                <a:spcPts val="800"/>
              </a:spcAft>
              <a:buSzPct val="100000"/>
              <a:buChar char="▸"/>
            </a:pPr>
            <a:r>
              <a:rPr lang="en-US" sz="1600" dirty="0">
                <a:solidFill>
                  <a:srgbClr val="BBA9B6"/>
                </a:solidFill>
                <a:latin typeface="Calibri" pitchFamily="34" charset="0"/>
                <a:ea typeface="Calibri" pitchFamily="34" charset="-122"/>
                <a:cs typeface="Calibri" pitchFamily="34" charset="-120"/>
              </a:rPr>
              <a:t>Tijden uit de API halen.</a:t>
            </a:r>
            <a:endParaRPr lang="en-US" sz="1600" dirty="0"/>
          </a:p>
          <a:p>
            <a:pPr marL="342900" indent="-342900">
              <a:spcAft>
                <a:spcPts val="800"/>
              </a:spcAft>
              <a:buSzPct val="100000"/>
              <a:buChar char="▸"/>
            </a:pPr>
            <a:r>
              <a:rPr lang="en-US" sz="1600" dirty="0">
                <a:solidFill>
                  <a:srgbClr val="BBA9B6"/>
                </a:solidFill>
                <a:latin typeface="Calibri" pitchFamily="34" charset="0"/>
                <a:ea typeface="Calibri" pitchFamily="34" charset="-122"/>
                <a:cs typeface="Calibri" pitchFamily="34" charset="-120"/>
              </a:rPr>
              <a:t>Wachtwoorden altijd hashen.</a:t>
            </a:r>
            <a:endParaRPr lang="en-US" sz="1600" dirty="0"/>
          </a:p>
        </p:txBody>
      </p:sp>
      <p:sp>
        <p:nvSpPr>
          <p:cNvPr id="16" name="Text 14"/>
          <p:cNvSpPr txBox="1"/>
          <p:nvPr/>
        </p:nvSpPr>
        <p:spPr>
          <a:xfrm>
            <a:off x="685800" y="6355080"/>
            <a:ext cx="5486400" cy="274320"/>
          </a:xfrm>
          <a:prstGeom prst="rect">
            <a:avLst/>
          </a:prstGeom>
          <a:noFill/>
          <a:ln/>
        </p:spPr>
        <p:txBody>
          <a:bodyPr wrap="square" lIns="0" tIns="0" rIns="0" bIns="0" rtlCol="0" anchor="ctr"/>
          <a:lstStyle/>
          <a:p>
            <a:pPr marL="0" indent="0">
              <a:buNone/>
            </a:pPr>
            <a:r>
              <a:rPr lang="en-US" sz="1000" dirty="0">
                <a:solidFill>
                  <a:srgbClr val="8E7C89"/>
                </a:solidFill>
                <a:latin typeface="Calibri" pitchFamily="34" charset="0"/>
                <a:ea typeface="Calibri" pitchFamily="34" charset="-122"/>
                <a:cs typeface="Calibri" pitchFamily="34" charset="-120"/>
              </a:rPr>
              <a:t>AnnexBios Bilthoven · Sprint review</a:t>
            </a:r>
            <a:endParaRPr lang="en-US" sz="1000" dirty="0"/>
          </a:p>
        </p:txBody>
      </p:sp>
      <p:sp>
        <p:nvSpPr>
          <p:cNvPr id="17" name="Text 15"/>
          <p:cNvSpPr txBox="1"/>
          <p:nvPr/>
        </p:nvSpPr>
        <p:spPr>
          <a:xfrm>
            <a:off x="7848295" y="6355080"/>
            <a:ext cx="3657600" cy="274320"/>
          </a:xfrm>
          <a:prstGeom prst="rect">
            <a:avLst/>
          </a:prstGeom>
          <a:noFill/>
          <a:ln/>
        </p:spPr>
        <p:txBody>
          <a:bodyPr wrap="square" lIns="0" tIns="0" rIns="0" bIns="0" rtlCol="0" anchor="ctr"/>
          <a:lstStyle/>
          <a:p>
            <a:pPr marL="0" indent="0" algn="r">
              <a:buNone/>
            </a:pPr>
            <a:r>
              <a:rPr lang="en-US" sz="1000" dirty="0">
                <a:solidFill>
                  <a:srgbClr val="8E7C89"/>
                </a:solidFill>
                <a:latin typeface="Calibri" pitchFamily="34" charset="0"/>
                <a:ea typeface="Calibri" pitchFamily="34" charset="-122"/>
                <a:cs typeface="Calibri" pitchFamily="34" charset="-120"/>
              </a:rPr>
              <a:t>Lucas · 19/20</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1400">
        <p14:gallery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additive="base">
                                        <p:cTn id="8" dur="600" fill="hold"/>
                                        <p:tgtEl>
                                          <p:spTgt spid="2"/>
                                        </p:tgtEl>
                                        <p:attrNameLst>
                                          <p:attrName>ppt_x</p:attrName>
                                        </p:attrNameLst>
                                      </p:cBhvr>
                                      <p:tavLst>
                                        <p:tav tm="0">
                                          <p:val>
                                            <p:strVal val="#ppt_x"/>
                                          </p:val>
                                        </p:tav>
                                        <p:tav tm="100000">
                                          <p:val>
                                            <p:strVal val="#ppt_x"/>
                                          </p:val>
                                        </p:tav>
                                      </p:tavLst>
                                    </p:anim>
                                    <p:anim calcmode="lin" valueType="num">
                                      <p:cBhvr additive="base">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850"/>
                            </p:stCondLst>
                            <p:childTnLst>
                              <p:par>
                                <p:cTn id="16" presetID="42"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ppt_x</p:attrName>
                                        </p:attrNameLst>
                                      </p:cBhvr>
                                      <p:tavLst>
                                        <p:tav tm="0">
                                          <p:val>
                                            <p:strVal val="#ppt_x"/>
                                          </p:val>
                                        </p:tav>
                                        <p:tav tm="100000">
                                          <p:val>
                                            <p:strVal val="#ppt_x"/>
                                          </p:val>
                                        </p:tav>
                                      </p:tavLst>
                                    </p:anim>
                                    <p:anim calcmode="lin" valueType="num">
                                      <p:cBhvr additive="base">
                                        <p:cTn id="20" dur="600" fill="hold"/>
                                        <p:tgtEl>
                                          <p:spTgt spid="4"/>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600"/>
                                        <p:tgtEl>
                                          <p:spTgt spid="5"/>
                                        </p:tgtEl>
                                      </p:cBhvr>
                                    </p:animEffect>
                                    <p:anim calcmode="lin" valueType="num">
                                      <p:cBhvr additive="base">
                                        <p:cTn id="24" dur="600" fill="hold"/>
                                        <p:tgtEl>
                                          <p:spTgt spid="5"/>
                                        </p:tgtEl>
                                        <p:attrNameLst>
                                          <p:attrName>ppt_x</p:attrName>
                                        </p:attrNameLst>
                                      </p:cBhvr>
                                      <p:tavLst>
                                        <p:tav tm="0">
                                          <p:val>
                                            <p:strVal val="#ppt_x"/>
                                          </p:val>
                                        </p:tav>
                                        <p:tav tm="100000">
                                          <p:val>
                                            <p:strVal val="#ppt_x"/>
                                          </p:val>
                                        </p:tav>
                                      </p:tavLst>
                                    </p:anim>
                                    <p:anim calcmode="lin" valueType="num">
                                      <p:cBhvr additive="base">
                                        <p:cTn id="25" dur="600" fill="hold"/>
                                        <p:tgtEl>
                                          <p:spTgt spid="5"/>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additive="base">
                                        <p:cTn id="29" dur="600" fill="hold"/>
                                        <p:tgtEl>
                                          <p:spTgt spid="6"/>
                                        </p:tgtEl>
                                        <p:attrNameLst>
                                          <p:attrName>ppt_x</p:attrName>
                                        </p:attrNameLst>
                                      </p:cBhvr>
                                      <p:tavLst>
                                        <p:tav tm="0">
                                          <p:val>
                                            <p:strVal val="#ppt_x"/>
                                          </p:val>
                                        </p:tav>
                                        <p:tav tm="100000">
                                          <p:val>
                                            <p:strVal val="#ppt_x"/>
                                          </p:val>
                                        </p:tav>
                                      </p:tavLst>
                                    </p:anim>
                                    <p:anim calcmode="lin" valueType="num">
                                      <p:cBhvr additive="base">
                                        <p:cTn id="30" dur="600" fill="hold"/>
                                        <p:tgtEl>
                                          <p:spTgt spid="6"/>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600"/>
                                        <p:tgtEl>
                                          <p:spTgt spid="7"/>
                                        </p:tgtEl>
                                      </p:cBhvr>
                                    </p:animEffect>
                                    <p:anim calcmode="lin" valueType="num">
                                      <p:cBhvr additive="base">
                                        <p:cTn id="34" dur="600" fill="hold"/>
                                        <p:tgtEl>
                                          <p:spTgt spid="7"/>
                                        </p:tgtEl>
                                        <p:attrNameLst>
                                          <p:attrName>ppt_x</p:attrName>
                                        </p:attrNameLst>
                                      </p:cBhvr>
                                      <p:tavLst>
                                        <p:tav tm="0">
                                          <p:val>
                                            <p:strVal val="#ppt_x"/>
                                          </p:val>
                                        </p:tav>
                                        <p:tav tm="100000">
                                          <p:val>
                                            <p:strVal val="#ppt_x"/>
                                          </p:val>
                                        </p:tav>
                                      </p:tavLst>
                                    </p:anim>
                                    <p:anim calcmode="lin" valueType="num">
                                      <p:cBhvr additive="base">
                                        <p:cTn id="35" dur="600" fill="hold"/>
                                        <p:tgtEl>
                                          <p:spTgt spid="7"/>
                                        </p:tgtEl>
                                        <p:attrNameLst>
                                          <p:attrName>ppt_y</p:attrName>
                                        </p:attrNameLst>
                                      </p:cBhvr>
                                      <p:tavLst>
                                        <p:tav tm="0">
                                          <p:val>
                                            <p:strVal val="#ppt_y+.1"/>
                                          </p:val>
                                        </p:tav>
                                        <p:tav tm="100000">
                                          <p:val>
                                            <p:strVal val="#ppt_y"/>
                                          </p:val>
                                        </p:tav>
                                      </p:tavLst>
                                    </p:anim>
                                  </p:childTnLst>
                                </p:cTn>
                              </p:par>
                            </p:childTnLst>
                          </p:cTn>
                        </p:par>
                        <p:par>
                          <p:cTn id="36" fill="hold">
                            <p:stCondLst>
                              <p:cond delay="1300"/>
                            </p:stCondLst>
                            <p:childTnLst>
                              <p:par>
                                <p:cTn id="37" presetID="42" presetClass="entr" presetSubtype="0" fill="hold"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600"/>
                                        <p:tgtEl>
                                          <p:spTgt spid="8"/>
                                        </p:tgtEl>
                                      </p:cBhvr>
                                    </p:animEffect>
                                    <p:anim calcmode="lin" valueType="num">
                                      <p:cBhvr additive="base">
                                        <p:cTn id="40" dur="600" fill="hold"/>
                                        <p:tgtEl>
                                          <p:spTgt spid="8"/>
                                        </p:tgtEl>
                                        <p:attrNameLst>
                                          <p:attrName>ppt_x</p:attrName>
                                        </p:attrNameLst>
                                      </p:cBhvr>
                                      <p:tavLst>
                                        <p:tav tm="0">
                                          <p:val>
                                            <p:strVal val="#ppt_x"/>
                                          </p:val>
                                        </p:tav>
                                        <p:tav tm="100000">
                                          <p:val>
                                            <p:strVal val="#ppt_x"/>
                                          </p:val>
                                        </p:tav>
                                      </p:tavLst>
                                    </p:anim>
                                    <p:anim calcmode="lin" valueType="num">
                                      <p:cBhvr additive="base">
                                        <p:cTn id="41" dur="600" fill="hold"/>
                                        <p:tgtEl>
                                          <p:spTgt spid="8"/>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600"/>
                                        <p:tgtEl>
                                          <p:spTgt spid="9"/>
                                        </p:tgtEl>
                                      </p:cBhvr>
                                    </p:animEffect>
                                    <p:anim calcmode="lin" valueType="num">
                                      <p:cBhvr additive="base">
                                        <p:cTn id="45" dur="600" fill="hold"/>
                                        <p:tgtEl>
                                          <p:spTgt spid="9"/>
                                        </p:tgtEl>
                                        <p:attrNameLst>
                                          <p:attrName>ppt_x</p:attrName>
                                        </p:attrNameLst>
                                      </p:cBhvr>
                                      <p:tavLst>
                                        <p:tav tm="0">
                                          <p:val>
                                            <p:strVal val="#ppt_x"/>
                                          </p:val>
                                        </p:tav>
                                        <p:tav tm="100000">
                                          <p:val>
                                            <p:strVal val="#ppt_x"/>
                                          </p:val>
                                        </p:tav>
                                      </p:tavLst>
                                    </p:anim>
                                    <p:anim calcmode="lin" valueType="num">
                                      <p:cBhvr additive="base">
                                        <p:cTn id="46" dur="600" fill="hold"/>
                                        <p:tgtEl>
                                          <p:spTgt spid="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600"/>
                                        <p:tgtEl>
                                          <p:spTgt spid="10"/>
                                        </p:tgtEl>
                                      </p:cBhvr>
                                    </p:animEffect>
                                    <p:anim calcmode="lin" valueType="num">
                                      <p:cBhvr additive="base">
                                        <p:cTn id="50" dur="600" fill="hold"/>
                                        <p:tgtEl>
                                          <p:spTgt spid="10"/>
                                        </p:tgtEl>
                                        <p:attrNameLst>
                                          <p:attrName>ppt_x</p:attrName>
                                        </p:attrNameLst>
                                      </p:cBhvr>
                                      <p:tavLst>
                                        <p:tav tm="0">
                                          <p:val>
                                            <p:strVal val="#ppt_x"/>
                                          </p:val>
                                        </p:tav>
                                        <p:tav tm="100000">
                                          <p:val>
                                            <p:strVal val="#ppt_x"/>
                                          </p:val>
                                        </p:tav>
                                      </p:tavLst>
                                    </p:anim>
                                    <p:anim calcmode="lin" valueType="num">
                                      <p:cBhvr additive="base">
                                        <p:cTn id="51" dur="600" fill="hold"/>
                                        <p:tgtEl>
                                          <p:spTgt spid="10"/>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600"/>
                                        <p:tgtEl>
                                          <p:spTgt spid="11"/>
                                        </p:tgtEl>
                                      </p:cBhvr>
                                    </p:animEffect>
                                    <p:anim calcmode="lin" valueType="num">
                                      <p:cBhvr additive="base">
                                        <p:cTn id="55" dur="600" fill="hold"/>
                                        <p:tgtEl>
                                          <p:spTgt spid="11"/>
                                        </p:tgtEl>
                                        <p:attrNameLst>
                                          <p:attrName>ppt_x</p:attrName>
                                        </p:attrNameLst>
                                      </p:cBhvr>
                                      <p:tavLst>
                                        <p:tav tm="0">
                                          <p:val>
                                            <p:strVal val="#ppt_x"/>
                                          </p:val>
                                        </p:tav>
                                        <p:tav tm="100000">
                                          <p:val>
                                            <p:strVal val="#ppt_x"/>
                                          </p:val>
                                        </p:tav>
                                      </p:tavLst>
                                    </p:anim>
                                    <p:anim calcmode="lin" valueType="num">
                                      <p:cBhvr additive="base">
                                        <p:cTn id="56" dur="600" fill="hold"/>
                                        <p:tgtEl>
                                          <p:spTgt spid="11"/>
                                        </p:tgtEl>
                                        <p:attrNameLst>
                                          <p:attrName>ppt_y</p:attrName>
                                        </p:attrNameLst>
                                      </p:cBhvr>
                                      <p:tavLst>
                                        <p:tav tm="0">
                                          <p:val>
                                            <p:strVal val="#ppt_y+.1"/>
                                          </p:val>
                                        </p:tav>
                                        <p:tav tm="100000">
                                          <p:val>
                                            <p:strVal val="#ppt_y"/>
                                          </p:val>
                                        </p:tav>
                                      </p:tavLst>
                                    </p:anim>
                                  </p:childTnLst>
                                </p:cTn>
                              </p:par>
                            </p:childTnLst>
                          </p:cTn>
                        </p:par>
                        <p:par>
                          <p:cTn id="57" fill="hold">
                            <p:stCondLst>
                              <p:cond delay="1750"/>
                            </p:stCondLst>
                            <p:childTnLst>
                              <p:par>
                                <p:cTn id="58" presetID="42" presetClass="entr" presetSubtype="0" fill="hold" nodeType="after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600"/>
                                        <p:tgtEl>
                                          <p:spTgt spid="12"/>
                                        </p:tgtEl>
                                      </p:cBhvr>
                                    </p:animEffect>
                                    <p:anim calcmode="lin" valueType="num">
                                      <p:cBhvr additive="base">
                                        <p:cTn id="61" dur="600" fill="hold"/>
                                        <p:tgtEl>
                                          <p:spTgt spid="12"/>
                                        </p:tgtEl>
                                        <p:attrNameLst>
                                          <p:attrName>ppt_x</p:attrName>
                                        </p:attrNameLst>
                                      </p:cBhvr>
                                      <p:tavLst>
                                        <p:tav tm="0">
                                          <p:val>
                                            <p:strVal val="#ppt_x"/>
                                          </p:val>
                                        </p:tav>
                                        <p:tav tm="100000">
                                          <p:val>
                                            <p:strVal val="#ppt_x"/>
                                          </p:val>
                                        </p:tav>
                                      </p:tavLst>
                                    </p:anim>
                                    <p:anim calcmode="lin" valueType="num">
                                      <p:cBhvr additive="base">
                                        <p:cTn id="62" dur="600" fill="hold"/>
                                        <p:tgtEl>
                                          <p:spTgt spid="12"/>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600"/>
                                        <p:tgtEl>
                                          <p:spTgt spid="13"/>
                                        </p:tgtEl>
                                      </p:cBhvr>
                                    </p:animEffect>
                                    <p:anim calcmode="lin" valueType="num">
                                      <p:cBhvr additive="base">
                                        <p:cTn id="66" dur="600" fill="hold"/>
                                        <p:tgtEl>
                                          <p:spTgt spid="13"/>
                                        </p:tgtEl>
                                        <p:attrNameLst>
                                          <p:attrName>ppt_x</p:attrName>
                                        </p:attrNameLst>
                                      </p:cBhvr>
                                      <p:tavLst>
                                        <p:tav tm="0">
                                          <p:val>
                                            <p:strVal val="#ppt_x"/>
                                          </p:val>
                                        </p:tav>
                                        <p:tav tm="100000">
                                          <p:val>
                                            <p:strVal val="#ppt_x"/>
                                          </p:val>
                                        </p:tav>
                                      </p:tavLst>
                                    </p:anim>
                                    <p:anim calcmode="lin" valueType="num">
                                      <p:cBhvr additive="base">
                                        <p:cTn id="67" dur="600" fill="hold"/>
                                        <p:tgtEl>
                                          <p:spTgt spid="13"/>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600"/>
                                        <p:tgtEl>
                                          <p:spTgt spid="14"/>
                                        </p:tgtEl>
                                      </p:cBhvr>
                                    </p:animEffect>
                                    <p:anim calcmode="lin" valueType="num">
                                      <p:cBhvr additive="base">
                                        <p:cTn id="71" dur="600" fill="hold"/>
                                        <p:tgtEl>
                                          <p:spTgt spid="14"/>
                                        </p:tgtEl>
                                        <p:attrNameLst>
                                          <p:attrName>ppt_x</p:attrName>
                                        </p:attrNameLst>
                                      </p:cBhvr>
                                      <p:tavLst>
                                        <p:tav tm="0">
                                          <p:val>
                                            <p:strVal val="#ppt_x"/>
                                          </p:val>
                                        </p:tav>
                                        <p:tav tm="100000">
                                          <p:val>
                                            <p:strVal val="#ppt_x"/>
                                          </p:val>
                                        </p:tav>
                                      </p:tavLst>
                                    </p:anim>
                                    <p:anim calcmode="lin" valueType="num">
                                      <p:cBhvr additive="base">
                                        <p:cTn id="72" dur="600" fill="hold"/>
                                        <p:tgtEl>
                                          <p:spTgt spid="14"/>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fade">
                                      <p:cBhvr>
                                        <p:cTn id="75" dur="600"/>
                                        <p:tgtEl>
                                          <p:spTgt spid="15"/>
                                        </p:tgtEl>
                                      </p:cBhvr>
                                    </p:animEffect>
                                    <p:anim calcmode="lin" valueType="num">
                                      <p:cBhvr additive="base">
                                        <p:cTn id="76" dur="600" fill="hold"/>
                                        <p:tgtEl>
                                          <p:spTgt spid="15"/>
                                        </p:tgtEl>
                                        <p:attrNameLst>
                                          <p:attrName>ppt_x</p:attrName>
                                        </p:attrNameLst>
                                      </p:cBhvr>
                                      <p:tavLst>
                                        <p:tav tm="0">
                                          <p:val>
                                            <p:strVal val="#ppt_x"/>
                                          </p:val>
                                        </p:tav>
                                        <p:tav tm="100000">
                                          <p:val>
                                            <p:strVal val="#ppt_x"/>
                                          </p:val>
                                        </p:tav>
                                      </p:tavLst>
                                    </p:anim>
                                    <p:anim calcmode="lin" valueType="num">
                                      <p:cBhvr additive="base">
                                        <p:cTn id="77" dur="6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10" grpId="0" animBg="1"/>
      <p:bldP spid="11" grpId="0" animBg="1"/>
      <p:bldP spid="14"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016"/>
        </a:solidFill>
        <a:effectLst/>
      </p:bgPr>
    </p:bg>
    <p:spTree>
      <p:nvGrpSpPr>
        <p:cNvPr id="1" name=""/>
        <p:cNvGrpSpPr/>
        <p:nvPr/>
      </p:nvGrpSpPr>
      <p:grpSpPr>
        <a:xfrm>
          <a:off x="0" y="0"/>
          <a:ext cx="0" cy="0"/>
          <a:chOff x="0" y="0"/>
          <a:chExt cx="0" cy="0"/>
        </a:xfrm>
      </p:grpSpPr>
      <p:pic>
        <p:nvPicPr>
          <p:cNvPr id="2" name="Image 0" descr="a/bg-slider.jpg"/>
          <p:cNvPicPr>
            <a:picLocks noChangeAspect="1"/>
          </p:cNvPicPr>
          <p:nvPr/>
        </p:nvPicPr>
        <p:blipFill>
          <a:blip r:embed="rId3">
            <a:alphaModFix amt="30000"/>
          </a:blip>
          <a:stretch>
            <a:fillRect/>
          </a:stretch>
        </p:blipFill>
        <p:spPr>
          <a:xfrm>
            <a:off x="0" y="0"/>
            <a:ext cx="12191695" cy="6858000"/>
          </a:xfrm>
          <a:prstGeom prst="rect">
            <a:avLst/>
          </a:prstGeom>
        </p:spPr>
      </p:pic>
      <p:pic>
        <p:nvPicPr>
          <p:cNvPr id="3" name="Image 1" descr="a/scrim-radial.png"/>
          <p:cNvPicPr>
            <a:picLocks noChangeAspect="1"/>
          </p:cNvPicPr>
          <p:nvPr/>
        </p:nvPicPr>
        <p:blipFill>
          <a:blip r:embed="rId4"/>
          <a:stretch>
            <a:fillRect/>
          </a:stretch>
        </p:blipFill>
        <p:spPr>
          <a:xfrm>
            <a:off x="0" y="0"/>
            <a:ext cx="12191695" cy="6858000"/>
          </a:xfrm>
          <a:prstGeom prst="rect">
            <a:avLst/>
          </a:prstGeom>
        </p:spPr>
      </p:pic>
      <p:pic>
        <p:nvPicPr>
          <p:cNvPr id="4" name="a01f_230" descr="a/logo-light.png"/>
          <p:cNvPicPr>
            <a:picLocks noChangeAspect="1"/>
          </p:cNvPicPr>
          <p:nvPr/>
        </p:nvPicPr>
        <p:blipFill>
          <a:blip r:embed="rId5"/>
          <a:stretch>
            <a:fillRect/>
          </a:stretch>
        </p:blipFill>
        <p:spPr>
          <a:xfrm>
            <a:off x="4449928" y="1280160"/>
            <a:ext cx="3291840" cy="913434"/>
          </a:xfrm>
          <a:prstGeom prst="rect">
            <a:avLst/>
          </a:prstGeom>
        </p:spPr>
      </p:pic>
      <p:sp>
        <p:nvSpPr>
          <p:cNvPr id="5" name="a02z_231"/>
          <p:cNvSpPr txBox="1"/>
          <p:nvPr/>
        </p:nvSpPr>
        <p:spPr>
          <a:xfrm>
            <a:off x="0" y="2377440"/>
            <a:ext cx="12191695" cy="1645920"/>
          </a:xfrm>
          <a:prstGeom prst="rect">
            <a:avLst/>
          </a:prstGeom>
          <a:noFill/>
          <a:ln/>
        </p:spPr>
        <p:txBody>
          <a:bodyPr wrap="square" lIns="0" tIns="0" rIns="0" bIns="0" rtlCol="0" anchor="ctr"/>
          <a:lstStyle/>
          <a:p>
            <a:pPr marL="0" indent="0" algn="ctr">
              <a:buNone/>
            </a:pPr>
            <a:r>
              <a:rPr lang="en-US" sz="8800" b="1" dirty="0" err="1">
                <a:solidFill>
                  <a:srgbClr val="F4EEF2"/>
                </a:solidFill>
                <a:latin typeface="Bahnschrift SemiCondensed" pitchFamily="34" charset="0"/>
                <a:ea typeface="Bahnschrift SemiCondensed" pitchFamily="34" charset="-122"/>
                <a:cs typeface="Bahnschrift SemiCondensed" pitchFamily="34" charset="-120"/>
              </a:rPr>
              <a:t>Bedankt</a:t>
            </a:r>
            <a:r>
              <a:rPr lang="en-US" sz="8800" b="1" dirty="0">
                <a:solidFill>
                  <a:srgbClr val="F4EEF2"/>
                </a:solidFill>
                <a:latin typeface="Bahnschrift SemiCondensed" pitchFamily="34" charset="0"/>
                <a:ea typeface="Bahnschrift SemiCondensed" pitchFamily="34" charset="-122"/>
                <a:cs typeface="Bahnschrift SemiCondensed" pitchFamily="34" charset="-120"/>
              </a:rPr>
              <a:t> </a:t>
            </a:r>
            <a:r>
              <a:rPr lang="en-US" sz="8800" b="1" dirty="0" err="1">
                <a:solidFill>
                  <a:srgbClr val="F4EEF2"/>
                </a:solidFill>
                <a:latin typeface="Bahnschrift SemiCondensed" pitchFamily="34" charset="0"/>
                <a:ea typeface="Bahnschrift SemiCondensed" pitchFamily="34" charset="-122"/>
                <a:cs typeface="Bahnschrift SemiCondensed" pitchFamily="34" charset="-120"/>
              </a:rPr>
              <a:t>voor</a:t>
            </a:r>
            <a:r>
              <a:rPr lang="en-US" sz="8800" b="1" dirty="0">
                <a:solidFill>
                  <a:srgbClr val="F4EEF2"/>
                </a:solidFill>
                <a:latin typeface="Bahnschrift SemiCondensed" pitchFamily="34" charset="0"/>
                <a:ea typeface="Bahnschrift SemiCondensed" pitchFamily="34" charset="-122"/>
                <a:cs typeface="Bahnschrift SemiCondensed" pitchFamily="34" charset="-120"/>
              </a:rPr>
              <a:t> het </a:t>
            </a:r>
            <a:r>
              <a:rPr lang="en-US" sz="8800" b="1" dirty="0" err="1">
                <a:solidFill>
                  <a:srgbClr val="F4EEF2"/>
                </a:solidFill>
                <a:latin typeface="Bahnschrift SemiCondensed" pitchFamily="34" charset="0"/>
                <a:ea typeface="Bahnschrift SemiCondensed" pitchFamily="34" charset="-122"/>
                <a:cs typeface="Bahnschrift SemiCondensed" pitchFamily="34" charset="-120"/>
              </a:rPr>
              <a:t>luisteren</a:t>
            </a:r>
            <a:endParaRPr lang="en-US" sz="8800" dirty="0"/>
          </a:p>
        </p:txBody>
      </p:sp>
      <p:sp>
        <p:nvSpPr>
          <p:cNvPr id="6" name="a03u_232"/>
          <p:cNvSpPr txBox="1"/>
          <p:nvPr/>
        </p:nvSpPr>
        <p:spPr>
          <a:xfrm>
            <a:off x="0" y="4160520"/>
            <a:ext cx="12191695" cy="822960"/>
          </a:xfrm>
          <a:prstGeom prst="rect">
            <a:avLst/>
          </a:prstGeom>
          <a:noFill/>
          <a:ln/>
        </p:spPr>
        <p:txBody>
          <a:bodyPr wrap="square" lIns="0" tIns="0" rIns="0" bIns="0" rtlCol="0" anchor="ctr"/>
          <a:lstStyle/>
          <a:p>
            <a:pPr marL="0" indent="0" algn="ctr">
              <a:buNone/>
            </a:pPr>
            <a:r>
              <a:rPr lang="en-US" sz="1800" dirty="0">
                <a:solidFill>
                  <a:srgbClr val="BBA9B6"/>
                </a:solidFill>
                <a:latin typeface="Calibri" pitchFamily="34" charset="0"/>
                <a:ea typeface="Calibri" pitchFamily="34" charset="-122"/>
                <a:cs typeface="Calibri" pitchFamily="34" charset="-120"/>
              </a:rPr>
              <a:t>Artem, Ivan, Lucas en Deny</a:t>
            </a:r>
            <a:endParaRPr lang="en-US" sz="1800" dirty="0"/>
          </a:p>
        </p:txBody>
      </p:sp>
    </p:spTree>
  </p:cSld>
  <p:clrMapOvr>
    <a:masterClrMapping/>
  </p:clrMapOvr>
  <mc:AlternateContent xmlns:mc="http://schemas.openxmlformats.org/markup-compatibility/2006" xmlns:p14="http://schemas.microsoft.com/office/powerpoint/2010/main">
    <mc:Choice Requires="p14">
      <p:transition spd="slow" p14:dur="15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childTnLst>
                          </p:cTn>
                        </p:par>
                        <p:par>
                          <p:cTn id="8" fill="hold">
                            <p:stCondLst>
                              <p:cond delay="850"/>
                            </p:stCondLst>
                            <p:childTnLst>
                              <p:par>
                                <p:cTn id="9" presetID="53"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700" fill="hold"/>
                                        <p:tgtEl>
                                          <p:spTgt spid="5"/>
                                        </p:tgtEl>
                                        <p:attrNameLst>
                                          <p:attrName>ppt_w</p:attrName>
                                        </p:attrNameLst>
                                      </p:cBhvr>
                                      <p:tavLst>
                                        <p:tav tm="0">
                                          <p:val>
                                            <p:strVal val="0"/>
                                          </p:val>
                                        </p:tav>
                                        <p:tav tm="100000">
                                          <p:val>
                                            <p:strVal val="#ppt_w"/>
                                          </p:val>
                                        </p:tav>
                                      </p:tavLst>
                                    </p:anim>
                                    <p:anim calcmode="lin" valueType="num">
                                      <p:cBhvr additive="base">
                                        <p:cTn id="12" dur="700" fill="hold"/>
                                        <p:tgtEl>
                                          <p:spTgt spid="5"/>
                                        </p:tgtEl>
                                        <p:attrNameLst>
                                          <p:attrName>ppt_h</p:attrName>
                                        </p:attrNameLst>
                                      </p:cBhvr>
                                      <p:tavLst>
                                        <p:tav tm="0">
                                          <p:val>
                                            <p:strVal val="0"/>
                                          </p:val>
                                        </p:tav>
                                        <p:tav tm="100000">
                                          <p:val>
                                            <p:strVal val="#ppt_h"/>
                                          </p:val>
                                        </p:tav>
                                      </p:tavLst>
                                    </p:anim>
                                    <p:animEffect transition="in" filter="fade">
                                      <p:cBhvr>
                                        <p:cTn id="13" dur="700"/>
                                        <p:tgtEl>
                                          <p:spTgt spid="5"/>
                                        </p:tgtEl>
                                      </p:cBhvr>
                                    </p:animEffect>
                                  </p:childTnLst>
                                </p:cTn>
                              </p:par>
                            </p:childTnLst>
                          </p:cTn>
                        </p:par>
                        <p:par>
                          <p:cTn id="14" fill="hold">
                            <p:stCondLst>
                              <p:cond delay="1355"/>
                            </p:stCondLst>
                            <p:childTnLst>
                              <p:par>
                                <p:cTn id="15" presetID="42"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fill="hold"/>
                                        <p:tgtEl>
                                          <p:spTgt spid="6"/>
                                        </p:tgtEl>
                                        <p:attrNameLst>
                                          <p:attrName>ppt_x</p:attrName>
                                        </p:attrNameLst>
                                      </p:cBhvr>
                                      <p:tavLst>
                                        <p:tav tm="0">
                                          <p:val>
                                            <p:strVal val="#ppt_x"/>
                                          </p:val>
                                        </p:tav>
                                        <p:tav tm="100000">
                                          <p:val>
                                            <p:strVal val="#ppt_x"/>
                                          </p:val>
                                        </p:tav>
                                      </p:tavLst>
                                    </p:anim>
                                    <p:anim calcmode="lin" valueType="num">
                                      <p:cBhvr additive="base">
                                        <p:cTn id="19" dur="6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2796</Words>
  <Application>Microsoft Office PowerPoint</Application>
  <PresentationFormat>Widescreen</PresentationFormat>
  <Paragraphs>228</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Bahnschrift SemiCondensed</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AnnexBios Bilthoven – Sprint review</dc:title>
  <dc:subject>PptxGenJS Presentation</dc:subject>
  <dc:creator>PptxGenJS</dc:creator>
  <cp:lastModifiedBy>Artem Oliinyk</cp:lastModifiedBy>
  <cp:revision>4</cp:revision>
  <dcterms:created xsi:type="dcterms:W3CDTF">2026-10-01T09:27:49Z</dcterms:created>
  <dcterms:modified xsi:type="dcterms:W3CDTF">2026-10-02T11:19:25Z</dcterms:modified>
</cp:coreProperties>
</file>